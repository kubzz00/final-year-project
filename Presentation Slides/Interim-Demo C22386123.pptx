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16"/>
  </p:notesMasterIdLst>
  <p:handoutMasterIdLst>
    <p:handoutMasterId r:id="rId17"/>
  </p:handoutMasterIdLst>
  <p:sldIdLst>
    <p:sldId id="270" r:id="rId2"/>
    <p:sldId id="271" r:id="rId3"/>
    <p:sldId id="258" r:id="rId4"/>
    <p:sldId id="260" r:id="rId5"/>
    <p:sldId id="275" r:id="rId6"/>
    <p:sldId id="276" r:id="rId7"/>
    <p:sldId id="277" r:id="rId8"/>
    <p:sldId id="264" r:id="rId9"/>
    <p:sldId id="265" r:id="rId10"/>
    <p:sldId id="266" r:id="rId11"/>
    <p:sldId id="267" r:id="rId12"/>
    <p:sldId id="273" r:id="rId13"/>
    <p:sldId id="268" r:id="rId14"/>
    <p:sldId id="269"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5" d="100"/>
          <a:sy n="105" d="100"/>
        </p:scale>
        <p:origin x="1794"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99C45DF-8041-4DCA-8429-BF190728F8E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a:extLst>
              <a:ext uri="{FF2B5EF4-FFF2-40B4-BE49-F238E27FC236}">
                <a16:creationId xmlns:a16="http://schemas.microsoft.com/office/drawing/2014/main" id="{E689A18F-C42D-4C53-B56F-C5913531946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ED4181D-5C98-4ACF-93E4-94920DC18D97}" type="datetimeFigureOut">
              <a:rPr lang="en-IE" smtClean="0"/>
              <a:t>02/12/2025</a:t>
            </a:fld>
            <a:endParaRPr lang="en-IE"/>
          </a:p>
        </p:txBody>
      </p:sp>
      <p:sp>
        <p:nvSpPr>
          <p:cNvPr id="4" name="Footer Placeholder 3">
            <a:extLst>
              <a:ext uri="{FF2B5EF4-FFF2-40B4-BE49-F238E27FC236}">
                <a16:creationId xmlns:a16="http://schemas.microsoft.com/office/drawing/2014/main" id="{C48F03E2-A2B4-4924-98B0-463F429108C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5" name="Slide Number Placeholder 4">
            <a:extLst>
              <a:ext uri="{FF2B5EF4-FFF2-40B4-BE49-F238E27FC236}">
                <a16:creationId xmlns:a16="http://schemas.microsoft.com/office/drawing/2014/main" id="{5EF1D44C-CC91-4EED-B22A-AF0AA693038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9350F9B-6758-4641-AC7E-139CDBC2C4C9}" type="slidenum">
              <a:rPr lang="en-IE" smtClean="0"/>
              <a:t>‹#›</a:t>
            </a:fld>
            <a:endParaRPr lang="en-IE"/>
          </a:p>
        </p:txBody>
      </p:sp>
    </p:spTree>
    <p:extLst>
      <p:ext uri="{BB962C8B-B14F-4D97-AF65-F5344CB8AC3E}">
        <p14:creationId xmlns:p14="http://schemas.microsoft.com/office/powerpoint/2010/main" val="189262489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C128B10-01B1-489D-B962-DD80D2263B82}" type="datetimeFigureOut">
              <a:rPr lang="en-IE" smtClean="0"/>
              <a:pPr/>
              <a:t>02/12/2025</a:t>
            </a:fld>
            <a:endParaRPr lang="en-IE"/>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9155FEB-D5E4-4A1E-87F4-37E283567B6E}" type="slidenum">
              <a:rPr lang="en-IE" smtClean="0"/>
              <a:pPr/>
              <a:t>‹#›</a:t>
            </a:fld>
            <a:endParaRPr lang="en-IE"/>
          </a:p>
        </p:txBody>
      </p:sp>
    </p:spTree>
    <p:extLst>
      <p:ext uri="{BB962C8B-B14F-4D97-AF65-F5344CB8AC3E}">
        <p14:creationId xmlns:p14="http://schemas.microsoft.com/office/powerpoint/2010/main" val="189236517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E"/>
          </a:p>
        </p:txBody>
      </p:sp>
      <p:sp>
        <p:nvSpPr>
          <p:cNvPr id="3" name="Notes Placeholder 2"/>
          <p:cNvSpPr>
            <a:spLocks noGrp="1"/>
          </p:cNvSpPr>
          <p:nvPr>
            <p:ph type="body" idx="1"/>
          </p:nvPr>
        </p:nvSpPr>
        <p:spPr/>
        <p:txBody>
          <a:bodyPr>
            <a:normAutofit/>
          </a:bodyPr>
          <a:lstStyle/>
          <a:p>
            <a:r>
              <a:rPr lang="en-GB" dirty="0"/>
              <a:t>Thank you for having me today. My name is Karl Negrillo and I am presenting my project Sign and Spell VR – An immersive virtual reality application for learning Irish Sign Language.</a:t>
            </a:r>
          </a:p>
          <a:p>
            <a:endParaRPr lang="en-GB" dirty="0"/>
          </a:p>
          <a:p>
            <a:r>
              <a:rPr lang="en-GB" dirty="0"/>
              <a:t>Let me talk about my project.</a:t>
            </a:r>
            <a:endParaRPr lang="en-IE" dirty="0"/>
          </a:p>
        </p:txBody>
      </p:sp>
      <p:sp>
        <p:nvSpPr>
          <p:cNvPr id="4" name="Slide Number Placeholder 3"/>
          <p:cNvSpPr>
            <a:spLocks noGrp="1"/>
          </p:cNvSpPr>
          <p:nvPr>
            <p:ph type="sldNum" sz="quarter" idx="10"/>
          </p:nvPr>
        </p:nvSpPr>
        <p:spPr/>
        <p:txBody>
          <a:bodyPr/>
          <a:lstStyle/>
          <a:p>
            <a:fld id="{39155FEB-D5E4-4A1E-87F4-37E283567B6E}" type="slidenum">
              <a:rPr lang="en-IE" smtClean="0"/>
              <a:pPr/>
              <a:t>1</a:t>
            </a:fld>
            <a:endParaRPr lang="en-IE"/>
          </a:p>
        </p:txBody>
      </p:sp>
    </p:spTree>
    <p:extLst>
      <p:ext uri="{BB962C8B-B14F-4D97-AF65-F5344CB8AC3E}">
        <p14:creationId xmlns:p14="http://schemas.microsoft.com/office/powerpoint/2010/main" val="16865971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E"/>
          </a:p>
        </p:txBody>
      </p:sp>
      <p:sp>
        <p:nvSpPr>
          <p:cNvPr id="3" name="Notes Placeholder 2"/>
          <p:cNvSpPr>
            <a:spLocks noGrp="1"/>
          </p:cNvSpPr>
          <p:nvPr>
            <p:ph type="body" idx="1"/>
          </p:nvPr>
        </p:nvSpPr>
        <p:spPr/>
        <p:txBody>
          <a:bodyPr>
            <a:normAutofit/>
          </a:bodyPr>
          <a:lstStyle/>
          <a:p>
            <a:r>
              <a:rPr lang="en-GB" sz="1200" b="0" i="0" kern="1200" dirty="0">
                <a:solidFill>
                  <a:schemeClr val="tx1"/>
                </a:solidFill>
                <a:effectLst/>
                <a:latin typeface="+mn-lt"/>
                <a:ea typeface="+mn-ea"/>
                <a:cs typeface="+mn-cs"/>
              </a:rPr>
              <a:t>So, what is Sign &amp; Spell VR? At its core, it's a virtual reality application that uses hand tracking to teach people Irish Sign Language. You put on a Meta Quest 3 headset, and instead of holding controllers, the system tracks your actual hands—your fingers, your palm position, everything.</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The app teaches you the ISL alphabet. You practice signing letters from A-Z and the system gives you immediate feedback—it tells you if you got it right or wrong, right there in the moment. No waiting. No guessing.</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As I develop it further, the plan is to expand from just letters to common words that the Deaf community actually uses, and eventually to simple sentences.</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All your progress gets saved locally on the headset—it's your personalized learning environment. Each time you log in, the system remembers what you've practiced and where you left off. That's the vision. That's what I'm building.</a:t>
            </a:r>
          </a:p>
          <a:p>
            <a:endParaRPr lang="en-IE" dirty="0"/>
          </a:p>
        </p:txBody>
      </p:sp>
      <p:sp>
        <p:nvSpPr>
          <p:cNvPr id="4" name="Slide Number Placeholder 3"/>
          <p:cNvSpPr>
            <a:spLocks noGrp="1"/>
          </p:cNvSpPr>
          <p:nvPr>
            <p:ph type="sldNum" sz="quarter" idx="10"/>
          </p:nvPr>
        </p:nvSpPr>
        <p:spPr/>
        <p:txBody>
          <a:bodyPr/>
          <a:lstStyle/>
          <a:p>
            <a:fld id="{39155FEB-D5E4-4A1E-87F4-37E283567B6E}" type="slidenum">
              <a:rPr lang="en-IE" smtClean="0"/>
              <a:pPr/>
              <a:t>2</a:t>
            </a:fld>
            <a:endParaRPr lang="en-IE"/>
          </a:p>
        </p:txBody>
      </p:sp>
    </p:spTree>
    <p:extLst>
      <p:ext uri="{BB962C8B-B14F-4D97-AF65-F5344CB8AC3E}">
        <p14:creationId xmlns:p14="http://schemas.microsoft.com/office/powerpoint/2010/main" val="3768219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E"/>
          </a:p>
        </p:txBody>
      </p:sp>
      <p:sp>
        <p:nvSpPr>
          <p:cNvPr id="3" name="Notes Placeholder 2"/>
          <p:cNvSpPr>
            <a:spLocks noGrp="1"/>
          </p:cNvSpPr>
          <p:nvPr>
            <p:ph type="body" idx="1"/>
          </p:nvPr>
        </p:nvSpPr>
        <p:spPr/>
        <p:txBody>
          <a:bodyPr>
            <a:normAutofit/>
          </a:bodyPr>
          <a:lstStyle/>
          <a:p>
            <a:r>
              <a:rPr lang="en-GB" sz="1200" b="0" i="0" kern="1200" dirty="0">
                <a:solidFill>
                  <a:schemeClr val="tx1"/>
                </a:solidFill>
                <a:effectLst/>
                <a:latin typeface="+mn-lt"/>
                <a:ea typeface="+mn-ea"/>
                <a:cs typeface="+mn-cs"/>
              </a:rPr>
              <a:t>Let me give you some context. I have a deaf friend, and me myself, I don’t know the sign language. So now creating this app, I can learn on the way and not make him feel excluded with my friend group.</a:t>
            </a:r>
          </a:p>
          <a:p>
            <a:endParaRPr lang="en-GB" sz="1200" b="0" i="0" kern="1200" dirty="0">
              <a:solidFill>
                <a:schemeClr val="tx1"/>
              </a:solidFill>
              <a:effectLst/>
              <a:latin typeface="+mn-lt"/>
              <a:ea typeface="+mn-ea"/>
              <a:cs typeface="+mn-cs"/>
            </a:endParaRPr>
          </a:p>
          <a:p>
            <a:r>
              <a:rPr lang="en-IE" dirty="0"/>
              <a:t>So I thought, I can create an app that lets users learn and practice the Irish Sign Language and test themselves.</a:t>
            </a:r>
          </a:p>
          <a:p>
            <a:endParaRPr lang="en-IE" dirty="0"/>
          </a:p>
          <a:p>
            <a:r>
              <a:rPr lang="en-GB" sz="1200" b="0" i="0" kern="1200" dirty="0">
                <a:solidFill>
                  <a:schemeClr val="tx1"/>
                </a:solidFill>
                <a:effectLst/>
                <a:latin typeface="+mn-lt"/>
                <a:ea typeface="+mn-ea"/>
                <a:cs typeface="+mn-cs"/>
              </a:rPr>
              <a:t>Now, you might say, 'Karl, there are already sign language learning apps out there.' And yeah, there are. ASL </a:t>
            </a:r>
            <a:r>
              <a:rPr lang="en-GB" sz="1200" b="0" i="0" kern="1200" dirty="0" err="1">
                <a:solidFill>
                  <a:schemeClr val="tx1"/>
                </a:solidFill>
                <a:effectLst/>
                <a:latin typeface="+mn-lt"/>
                <a:ea typeface="+mn-ea"/>
                <a:cs typeface="+mn-cs"/>
              </a:rPr>
              <a:t>FingerSpeller</a:t>
            </a:r>
            <a:r>
              <a:rPr lang="en-GB" sz="1200" b="0" i="0" kern="1200" dirty="0">
                <a:solidFill>
                  <a:schemeClr val="tx1"/>
                </a:solidFill>
                <a:effectLst/>
                <a:latin typeface="+mn-lt"/>
                <a:ea typeface="+mn-ea"/>
                <a:cs typeface="+mn-cs"/>
              </a:rPr>
              <a:t> is great—it's a VR app where you practice American Sign Language fingerspelling. Silent Classroom VR puts you in a virtual classroom to learn ASL with hand tracking. Both are cool.</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But here's the problem: Most existing apps focus on American Sign Language (ASL). ASL uses one hand, has different grammar, completely different from Irish Sign Language. And ISL is underrepresented in digital learning platforms. It deserves its own dedicated tool.</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That's why I'm building this specifically for ISL. Not adapting an ASL app—building from scratch for Irish Sign Language with two-handed signing and ISL-specific grammar.</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Additionally—and this is crucial—I'm taking an ethical approach. Sign language is culturally rich and linguistically complex. There's academic research that warns against treating it carelessly. I'm designing this with the Deaf community in mind, not replacing human interpreters with avatars, but creating a tool that respects the language and the culture.</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A learner signs an 'A', gets instant feedback saying 'Correct!', feels a sense of progress, and is motivated to sign the next letter—that immediate feedback loop is backed by pedagogy research showing real-time feedback dramatically improves learning outcomes.</a:t>
            </a:r>
          </a:p>
        </p:txBody>
      </p:sp>
      <p:sp>
        <p:nvSpPr>
          <p:cNvPr id="4" name="Slide Number Placeholder 3"/>
          <p:cNvSpPr>
            <a:spLocks noGrp="1"/>
          </p:cNvSpPr>
          <p:nvPr>
            <p:ph type="sldNum" sz="quarter" idx="10"/>
          </p:nvPr>
        </p:nvSpPr>
        <p:spPr/>
        <p:txBody>
          <a:bodyPr/>
          <a:lstStyle/>
          <a:p>
            <a:fld id="{39155FEB-D5E4-4A1E-87F4-37E283567B6E}" type="slidenum">
              <a:rPr lang="en-IE" smtClean="0"/>
              <a:pPr/>
              <a:t>3</a:t>
            </a:fld>
            <a:endParaRPr lang="en-IE"/>
          </a:p>
        </p:txBody>
      </p:sp>
    </p:spTree>
    <p:extLst>
      <p:ext uri="{BB962C8B-B14F-4D97-AF65-F5344CB8AC3E}">
        <p14:creationId xmlns:p14="http://schemas.microsoft.com/office/powerpoint/2010/main" val="789282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E"/>
          </a:p>
        </p:txBody>
      </p:sp>
      <p:sp>
        <p:nvSpPr>
          <p:cNvPr id="3" name="Notes Placeholder 2"/>
          <p:cNvSpPr>
            <a:spLocks noGrp="1"/>
          </p:cNvSpPr>
          <p:nvPr>
            <p:ph type="body" idx="1"/>
          </p:nvPr>
        </p:nvSpPr>
        <p:spPr/>
        <p:txBody>
          <a:bodyPr>
            <a:normAutofit/>
          </a:bodyPr>
          <a:lstStyle/>
          <a:p>
            <a:r>
              <a:rPr lang="en-GB" sz="1200" b="0" i="0" kern="1200" dirty="0">
                <a:solidFill>
                  <a:schemeClr val="tx1"/>
                </a:solidFill>
                <a:effectLst/>
                <a:latin typeface="+mn-lt"/>
                <a:ea typeface="+mn-ea"/>
                <a:cs typeface="+mn-cs"/>
              </a:rPr>
              <a:t>Let's talk about how I'm building this. I'm using an Incremental Model. I’m thinking this like building layers.</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Increment 1 (where I am now) focuses on the foundation: real-time hand tracking, recognizing all the ISL letters, and giving immediate feedback. Can the system track my hands? Can it recognize when I sign an 'A'? Does it tell me if I got it right? That's Increment 1.</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Increment 2 about expanding capability: I add common ISL words, move toward sentence construction, and improve the overall UI so it doesn't look like a prototype anymore.</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Increment 3 is about persistence and assessment: proper data saving, a testing module where users can assess their progress, and thorough user testing with real learners.</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Why this approach? Because I can release working features early, get feedback from stakeholders, and adapt. Instead of showing up with a broken half-finished app, I'm showing you something that actually works—it's just not feature-complete</a:t>
            </a:r>
            <a:endParaRPr lang="en-IE" dirty="0"/>
          </a:p>
        </p:txBody>
      </p:sp>
      <p:sp>
        <p:nvSpPr>
          <p:cNvPr id="4" name="Slide Number Placeholder 3"/>
          <p:cNvSpPr>
            <a:spLocks noGrp="1"/>
          </p:cNvSpPr>
          <p:nvPr>
            <p:ph type="sldNum" sz="quarter" idx="10"/>
          </p:nvPr>
        </p:nvSpPr>
        <p:spPr/>
        <p:txBody>
          <a:bodyPr/>
          <a:lstStyle/>
          <a:p>
            <a:fld id="{39155FEB-D5E4-4A1E-87F4-37E283567B6E}" type="slidenum">
              <a:rPr lang="en-IE" smtClean="0"/>
              <a:pPr/>
              <a:t>4</a:t>
            </a:fld>
            <a:endParaRPr lang="en-IE"/>
          </a:p>
        </p:txBody>
      </p:sp>
    </p:spTree>
    <p:extLst>
      <p:ext uri="{BB962C8B-B14F-4D97-AF65-F5344CB8AC3E}">
        <p14:creationId xmlns:p14="http://schemas.microsoft.com/office/powerpoint/2010/main" val="19600965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50823-C5BB-5C50-D81F-0AC82E66F8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8C3726-F47B-CFA5-3C67-C04A6592932E}"/>
              </a:ext>
            </a:extLst>
          </p:cNvPr>
          <p:cNvSpPr>
            <a:spLocks noGrp="1" noRot="1" noChangeAspect="1"/>
          </p:cNvSpPr>
          <p:nvPr>
            <p:ph type="sldImg"/>
          </p:nvPr>
        </p:nvSpPr>
        <p:spPr/>
        <p:txBody>
          <a:bodyPr/>
          <a:lstStyle/>
          <a:p>
            <a:endParaRPr lang="en-IE"/>
          </a:p>
        </p:txBody>
      </p:sp>
      <p:sp>
        <p:nvSpPr>
          <p:cNvPr id="3" name="Notes Placeholder 2">
            <a:extLst>
              <a:ext uri="{FF2B5EF4-FFF2-40B4-BE49-F238E27FC236}">
                <a16:creationId xmlns:a16="http://schemas.microsoft.com/office/drawing/2014/main" id="{380C4E46-445D-AB03-D96C-FE414C3AF5C4}"/>
              </a:ext>
            </a:extLst>
          </p:cNvPr>
          <p:cNvSpPr>
            <a:spLocks noGrp="1"/>
          </p:cNvSpPr>
          <p:nvPr>
            <p:ph type="body" idx="1"/>
          </p:nvPr>
        </p:nvSpPr>
        <p:spPr/>
        <p:txBody>
          <a:bodyPr>
            <a:normAutofit/>
          </a:bodyPr>
          <a:lstStyle/>
          <a:p>
            <a:r>
              <a:rPr lang="en-GB" sz="1200" b="0" i="0" kern="1200" dirty="0">
                <a:solidFill>
                  <a:schemeClr val="tx1"/>
                </a:solidFill>
                <a:effectLst/>
                <a:latin typeface="+mn-lt"/>
                <a:ea typeface="+mn-ea"/>
                <a:cs typeface="+mn-cs"/>
              </a:rPr>
              <a:t>Alright, tech stack time. Let me break down the tools I chose:</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Meta Quest 3/3S — The VR headset. Why this one? It's standalone—meaning it doesn't need a powerful PC tethered to it. It has excellent hand tracking built-in. And it's increasingly used in education, so it's a practical choice for accessibility.</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Godot 4 — The game engine. I chose Godot because it's free, open-source, and I'm literally learning it right now in my XR Prototyping module. It's got native support for VR, and the documentation for hand tracking is solid. Could I have used Unity? Sure. But Godot felt less overwhelming and more suited to this educational project.</a:t>
            </a:r>
          </a:p>
          <a:p>
            <a:endParaRPr lang="en-GB" sz="1200" b="0" i="0" kern="1200" dirty="0">
              <a:solidFill>
                <a:schemeClr val="tx1"/>
              </a:solidFill>
              <a:effectLst/>
              <a:latin typeface="+mn-lt"/>
              <a:ea typeface="+mn-ea"/>
              <a:cs typeface="+mn-cs"/>
            </a:endParaRPr>
          </a:p>
          <a:p>
            <a:r>
              <a:rPr lang="en-GB" sz="1200" b="0" i="0" kern="1200" dirty="0" err="1">
                <a:solidFill>
                  <a:schemeClr val="tx1"/>
                </a:solidFill>
                <a:effectLst/>
                <a:latin typeface="+mn-lt"/>
                <a:ea typeface="+mn-ea"/>
                <a:cs typeface="+mn-cs"/>
              </a:rPr>
              <a:t>GDScript</a:t>
            </a:r>
            <a:r>
              <a:rPr lang="en-GB" sz="1200" b="0" i="0" kern="1200" dirty="0">
                <a:solidFill>
                  <a:schemeClr val="tx1"/>
                </a:solidFill>
                <a:effectLst/>
                <a:latin typeface="+mn-lt"/>
                <a:ea typeface="+mn-ea"/>
                <a:cs typeface="+mn-cs"/>
              </a:rPr>
              <a:t> — Godot's built-in programming language. It looks like Python, which I already know a bit of. Makes iteration fast, makes debugging easier, and it's tightly integrated with the engine</a:t>
            </a:r>
          </a:p>
          <a:p>
            <a:endParaRPr lang="en-GB" sz="1200" b="0" i="0" kern="1200" dirty="0">
              <a:solidFill>
                <a:schemeClr val="tx1"/>
              </a:solidFill>
              <a:effectLst/>
              <a:latin typeface="+mn-lt"/>
              <a:ea typeface="+mn-ea"/>
              <a:cs typeface="+mn-cs"/>
            </a:endParaRPr>
          </a:p>
          <a:p>
            <a:r>
              <a:rPr lang="en-GB" sz="1200" b="0" i="0" kern="1200" dirty="0" err="1">
                <a:solidFill>
                  <a:schemeClr val="tx1"/>
                </a:solidFill>
                <a:effectLst/>
                <a:latin typeface="+mn-lt"/>
                <a:ea typeface="+mn-ea"/>
                <a:cs typeface="+mn-cs"/>
              </a:rPr>
              <a:t>OpenXR</a:t>
            </a:r>
            <a:r>
              <a:rPr lang="en-GB" sz="1200" b="0" i="0" kern="1200" dirty="0">
                <a:solidFill>
                  <a:schemeClr val="tx1"/>
                </a:solidFill>
                <a:effectLst/>
                <a:latin typeface="+mn-lt"/>
                <a:ea typeface="+mn-ea"/>
                <a:cs typeface="+mn-cs"/>
              </a:rPr>
              <a:t> — This is the bridge between Godot and the Meta Quest. </a:t>
            </a:r>
            <a:r>
              <a:rPr lang="en-GB" sz="1200" b="0" i="0" kern="1200" dirty="0" err="1">
                <a:solidFill>
                  <a:schemeClr val="tx1"/>
                </a:solidFill>
                <a:effectLst/>
                <a:latin typeface="+mn-lt"/>
                <a:ea typeface="+mn-ea"/>
                <a:cs typeface="+mn-cs"/>
              </a:rPr>
              <a:t>OpenXR</a:t>
            </a:r>
            <a:r>
              <a:rPr lang="en-GB" sz="1200" b="0" i="0" kern="1200" dirty="0">
                <a:solidFill>
                  <a:schemeClr val="tx1"/>
                </a:solidFill>
                <a:effectLst/>
                <a:latin typeface="+mn-lt"/>
                <a:ea typeface="+mn-ea"/>
                <a:cs typeface="+mn-cs"/>
              </a:rPr>
              <a:t> is an open standard that lets different VR hardware and software talk to each other. It's what gives me access to hand tracking data in real-time.</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JSON (local storage) — For saving user data. Not a cloud database, not PostgreSQL—just JSON files stored locally on the Quest. Simple, effective, and scalable if I need it later.</a:t>
            </a:r>
            <a:endParaRPr lang="en-IE" dirty="0"/>
          </a:p>
        </p:txBody>
      </p:sp>
      <p:sp>
        <p:nvSpPr>
          <p:cNvPr id="4" name="Slide Number Placeholder 3">
            <a:extLst>
              <a:ext uri="{FF2B5EF4-FFF2-40B4-BE49-F238E27FC236}">
                <a16:creationId xmlns:a16="http://schemas.microsoft.com/office/drawing/2014/main" id="{093DC9B3-3775-3227-1EFF-414B0158B4F7}"/>
              </a:ext>
            </a:extLst>
          </p:cNvPr>
          <p:cNvSpPr>
            <a:spLocks noGrp="1"/>
          </p:cNvSpPr>
          <p:nvPr>
            <p:ph type="sldNum" sz="quarter" idx="10"/>
          </p:nvPr>
        </p:nvSpPr>
        <p:spPr/>
        <p:txBody>
          <a:bodyPr/>
          <a:lstStyle/>
          <a:p>
            <a:fld id="{39155FEB-D5E4-4A1E-87F4-37E283567B6E}" type="slidenum">
              <a:rPr lang="en-IE" smtClean="0"/>
              <a:pPr/>
              <a:t>5</a:t>
            </a:fld>
            <a:endParaRPr lang="en-IE"/>
          </a:p>
        </p:txBody>
      </p:sp>
    </p:spTree>
    <p:extLst>
      <p:ext uri="{BB962C8B-B14F-4D97-AF65-F5344CB8AC3E}">
        <p14:creationId xmlns:p14="http://schemas.microsoft.com/office/powerpoint/2010/main" val="25022390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Before I built anything, I had to ask: </a:t>
            </a:r>
            <a:r>
              <a:rPr lang="en-GB" sz="1200" b="0" i="1" kern="1200" dirty="0">
                <a:solidFill>
                  <a:schemeClr val="tx1"/>
                </a:solidFill>
                <a:effectLst/>
                <a:latin typeface="+mn-lt"/>
                <a:ea typeface="+mn-ea"/>
                <a:cs typeface="+mn-cs"/>
              </a:rPr>
              <a:t>Who is this for? </a:t>
            </a:r>
            <a:r>
              <a:rPr lang="en-GB" sz="1200" b="0" i="0" kern="1200" dirty="0">
                <a:solidFill>
                  <a:schemeClr val="tx1"/>
                </a:solidFill>
                <a:effectLst/>
                <a:latin typeface="+mn-lt"/>
                <a:ea typeface="+mn-ea"/>
                <a:cs typeface="+mn-cs"/>
              </a:rPr>
              <a:t>What do they actually need?</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Stakeholders — That's learners (people wanting to learn ISL), the Deaf community (to make sure I'm not oversimplifying or misrepresenting their language), and teachers (who might use this in a classroom).</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Functional requirements — These are the features that have to work:</a:t>
            </a:r>
          </a:p>
          <a:p>
            <a:pPr marL="171450" indent="-171450">
              <a:buFontTx/>
              <a:buChar char="-"/>
            </a:pPr>
            <a:r>
              <a:rPr lang="en-GB" sz="1200" b="0" i="0" kern="1200" dirty="0">
                <a:solidFill>
                  <a:schemeClr val="tx1"/>
                </a:solidFill>
                <a:effectLst/>
                <a:latin typeface="+mn-lt"/>
                <a:ea typeface="+mn-ea"/>
                <a:cs typeface="+mn-cs"/>
              </a:rPr>
              <a:t>Hand Tracking: The system must capture real-time hand position and finger orientation.</a:t>
            </a:r>
          </a:p>
          <a:p>
            <a:pPr marL="171450" indent="-171450">
              <a:buFontTx/>
              <a:buChar char="-"/>
            </a:pPr>
            <a:r>
              <a:rPr lang="en-GB" sz="1200" b="0" i="0" kern="1200" dirty="0">
                <a:solidFill>
                  <a:schemeClr val="tx1"/>
                </a:solidFill>
                <a:effectLst/>
                <a:latin typeface="+mn-lt"/>
                <a:ea typeface="+mn-ea"/>
                <a:cs typeface="+mn-cs"/>
              </a:rPr>
              <a:t>Sign Recognition: Compare user hand poses against a locally stored JSON library of correct ISL signs, designed so it can later sync with a cloud database</a:t>
            </a:r>
          </a:p>
          <a:p>
            <a:pPr marL="171450" indent="-171450">
              <a:buFontTx/>
              <a:buChar char="-"/>
            </a:pPr>
            <a:r>
              <a:rPr lang="en-GB" sz="1200" b="0" i="0" kern="1200" dirty="0">
                <a:solidFill>
                  <a:schemeClr val="tx1"/>
                </a:solidFill>
                <a:effectLst/>
                <a:latin typeface="+mn-lt"/>
                <a:ea typeface="+mn-ea"/>
                <a:cs typeface="+mn-cs"/>
              </a:rPr>
              <a:t> Feedback: Tell the user immediately if they got the sign right or wrong.</a:t>
            </a:r>
          </a:p>
          <a:p>
            <a:r>
              <a:rPr lang="en-GB" sz="1200" b="0" i="0" kern="1200" dirty="0">
                <a:solidFill>
                  <a:schemeClr val="tx1"/>
                </a:solidFill>
                <a:effectLst/>
                <a:latin typeface="+mn-lt"/>
                <a:ea typeface="+mn-ea"/>
                <a:cs typeface="+mn-cs"/>
              </a:rPr>
              <a:t>- Progress Storage: Remember what they've learned.</a:t>
            </a:r>
          </a:p>
          <a:p>
            <a:endParaRPr lang="en-IE" i="0" dirty="0"/>
          </a:p>
          <a:p>
            <a:r>
              <a:rPr lang="en-GB" sz="1200" b="0" i="0" kern="1200" dirty="0">
                <a:solidFill>
                  <a:schemeClr val="tx1"/>
                </a:solidFill>
                <a:effectLst/>
                <a:latin typeface="+mn-lt"/>
                <a:ea typeface="+mn-ea"/>
                <a:cs typeface="+mn-cs"/>
              </a:rPr>
              <a:t>Non-Functional requirements — These are the qualities:</a:t>
            </a:r>
          </a:p>
          <a:p>
            <a:pPr marL="171450" indent="-171450">
              <a:buFontTx/>
              <a:buChar char="-"/>
            </a:pPr>
            <a:r>
              <a:rPr lang="en-GB" sz="1200" b="0" i="0" kern="1200" dirty="0">
                <a:solidFill>
                  <a:schemeClr val="tx1"/>
                </a:solidFill>
                <a:effectLst/>
                <a:latin typeface="+mn-lt"/>
                <a:ea typeface="+mn-ea"/>
                <a:cs typeface="+mn-cs"/>
              </a:rPr>
              <a:t>Low Latency: Hand tracking feedback must be instant. If there's a 500ms delay between me signing and the system responding, it breaks immersion and kills the learning experience.</a:t>
            </a:r>
          </a:p>
          <a:p>
            <a:pPr marL="171450" indent="-171450">
              <a:buFontTx/>
              <a:buChar char="-"/>
            </a:pPr>
            <a:r>
              <a:rPr lang="en-GB" sz="1200" b="0" i="0" kern="1200" dirty="0">
                <a:solidFill>
                  <a:schemeClr val="tx1"/>
                </a:solidFill>
                <a:effectLst/>
                <a:latin typeface="+mn-lt"/>
                <a:ea typeface="+mn-ea"/>
                <a:cs typeface="+mn-cs"/>
              </a:rPr>
              <a:t>Accessible UI: Clear, simple interface. Not cluttered. Easy to navigate even if you've never used VR before.</a:t>
            </a:r>
          </a:p>
          <a:p>
            <a:pPr marL="171450" indent="-171450">
              <a:buFontTx/>
              <a:buChar char="-"/>
            </a:pPr>
            <a:r>
              <a:rPr lang="en-GB" sz="1200" b="0" i="0" kern="1200" dirty="0">
                <a:solidFill>
                  <a:schemeClr val="tx1"/>
                </a:solidFill>
                <a:effectLst/>
                <a:latin typeface="+mn-lt"/>
                <a:ea typeface="+mn-ea"/>
                <a:cs typeface="+mn-cs"/>
              </a:rPr>
              <a:t>Intuitive Design: Users should figure it out without needing a manual.</a:t>
            </a:r>
          </a:p>
          <a:p>
            <a:pPr marL="171450" indent="-171450">
              <a:buFontTx/>
              <a:buChar char="-"/>
            </a:pPr>
            <a:endParaRPr lang="en-GB" sz="1200" b="0" i="0" kern="1200" dirty="0">
              <a:solidFill>
                <a:schemeClr val="tx1"/>
              </a:solidFill>
              <a:effectLst/>
              <a:latin typeface="+mn-lt"/>
              <a:ea typeface="+mn-ea"/>
              <a:cs typeface="+mn-cs"/>
            </a:endParaRPr>
          </a:p>
          <a:p>
            <a:pPr marL="0" indent="0">
              <a:buFontTx/>
              <a:buNone/>
            </a:pPr>
            <a:r>
              <a:rPr lang="en-GB" sz="1200" b="0" i="0" kern="1200" dirty="0">
                <a:solidFill>
                  <a:schemeClr val="tx1"/>
                </a:solidFill>
                <a:effectLst/>
                <a:latin typeface="+mn-lt"/>
                <a:ea typeface="+mn-ea"/>
                <a:cs typeface="+mn-cs"/>
              </a:rPr>
              <a:t>I mapped out the main user interactions in a use case diagram. Basically, it shows: the learner creates an account, logs in, then the app guides them through hand calibration, practice sessions, testing, and progress tracking. Every action—whether it's practicing alphabet, practicing words, or taking a test—requires the same core system processes: track hand movements and recognize hand poses. So those two are the backbone. The feedback and saving data happen automatically after each action. It's not complex, but it shows how everything connects. The learner is at the </a:t>
            </a:r>
            <a:r>
              <a:rPr lang="en-GB" sz="1200" b="0" i="0" kern="1200" dirty="0" err="1">
                <a:solidFill>
                  <a:schemeClr val="tx1"/>
                </a:solidFill>
                <a:effectLst/>
                <a:latin typeface="+mn-lt"/>
                <a:ea typeface="+mn-ea"/>
                <a:cs typeface="+mn-cs"/>
              </a:rPr>
              <a:t>center</a:t>
            </a:r>
            <a:r>
              <a:rPr lang="en-GB" sz="1200" b="0" i="0" kern="1200" dirty="0">
                <a:solidFill>
                  <a:schemeClr val="tx1"/>
                </a:solidFill>
                <a:effectLst/>
                <a:latin typeface="+mn-lt"/>
                <a:ea typeface="+mn-ea"/>
                <a:cs typeface="+mn-cs"/>
              </a:rPr>
              <a:t>, and everything radiates from what they're trying to do.</a:t>
            </a:r>
          </a:p>
          <a:p>
            <a:endParaRPr lang="en-IE" i="0" dirty="0"/>
          </a:p>
        </p:txBody>
      </p:sp>
      <p:sp>
        <p:nvSpPr>
          <p:cNvPr id="4" name="Slide Number Placeholder 3"/>
          <p:cNvSpPr>
            <a:spLocks noGrp="1"/>
          </p:cNvSpPr>
          <p:nvPr>
            <p:ph type="sldNum" sz="quarter" idx="5"/>
          </p:nvPr>
        </p:nvSpPr>
        <p:spPr/>
        <p:txBody>
          <a:bodyPr/>
          <a:lstStyle/>
          <a:p>
            <a:fld id="{39155FEB-D5E4-4A1E-87F4-37E283567B6E}" type="slidenum">
              <a:rPr lang="en-IE" smtClean="0"/>
              <a:pPr/>
              <a:t>6</a:t>
            </a:fld>
            <a:endParaRPr lang="en-IE"/>
          </a:p>
        </p:txBody>
      </p:sp>
    </p:spTree>
    <p:extLst>
      <p:ext uri="{BB962C8B-B14F-4D97-AF65-F5344CB8AC3E}">
        <p14:creationId xmlns:p14="http://schemas.microsoft.com/office/powerpoint/2010/main" val="36758515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9651D-BCFD-7B09-92A3-1A6F40956C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296B91-716B-23AA-C81F-00A0DA342CD9}"/>
              </a:ext>
            </a:extLst>
          </p:cNvPr>
          <p:cNvSpPr>
            <a:spLocks noGrp="1" noRot="1" noChangeAspect="1"/>
          </p:cNvSpPr>
          <p:nvPr>
            <p:ph type="sldImg"/>
          </p:nvPr>
        </p:nvSpPr>
        <p:spPr/>
        <p:txBody>
          <a:bodyPr/>
          <a:lstStyle/>
          <a:p>
            <a:endParaRPr lang="en-IE"/>
          </a:p>
        </p:txBody>
      </p:sp>
      <p:sp>
        <p:nvSpPr>
          <p:cNvPr id="3" name="Notes Placeholder 2">
            <a:extLst>
              <a:ext uri="{FF2B5EF4-FFF2-40B4-BE49-F238E27FC236}">
                <a16:creationId xmlns:a16="http://schemas.microsoft.com/office/drawing/2014/main" id="{71591D6D-33AF-632B-89B7-E72DAA0DBDB6}"/>
              </a:ext>
            </a:extLst>
          </p:cNvPr>
          <p:cNvSpPr>
            <a:spLocks noGrp="1"/>
          </p:cNvSpPr>
          <p:nvPr>
            <p:ph type="body" idx="1"/>
          </p:nvPr>
        </p:nvSpPr>
        <p:spPr/>
        <p:txBody>
          <a:bodyPr>
            <a:normAutofit/>
          </a:bodyPr>
          <a:lstStyle/>
          <a:p>
            <a:r>
              <a:rPr lang="en-GB" sz="1200" b="0" i="0" kern="1200" dirty="0">
                <a:solidFill>
                  <a:schemeClr val="tx1"/>
                </a:solidFill>
                <a:effectLst/>
                <a:latin typeface="+mn-lt"/>
                <a:ea typeface="+mn-ea"/>
                <a:cs typeface="+mn-cs"/>
              </a:rPr>
              <a:t>Let's zoom out and look at the big picture architecture</a:t>
            </a:r>
          </a:p>
          <a:p>
            <a:endParaRPr lang="en-GB" sz="1200" b="0" i="0" kern="1200" dirty="0">
              <a:solidFill>
                <a:schemeClr val="tx1"/>
              </a:solidFill>
              <a:effectLst/>
              <a:latin typeface="+mn-lt"/>
              <a:ea typeface="+mn-ea"/>
              <a:cs typeface="+mn-cs"/>
            </a:endParaRPr>
          </a:p>
          <a:p>
            <a:pPr marL="228600" indent="-228600">
              <a:buAutoNum type="arabicPeriod"/>
            </a:pPr>
            <a:r>
              <a:rPr lang="en-GB" sz="1200" b="0" i="0" kern="1200" dirty="0">
                <a:solidFill>
                  <a:schemeClr val="tx1"/>
                </a:solidFill>
                <a:effectLst/>
                <a:latin typeface="+mn-lt"/>
                <a:ea typeface="+mn-ea"/>
                <a:cs typeface="+mn-cs"/>
              </a:rPr>
              <a:t>Hand Tracking — </a:t>
            </a:r>
            <a:r>
              <a:rPr lang="en-GB" sz="1200" b="0" i="0" kern="1200" dirty="0" err="1">
                <a:solidFill>
                  <a:schemeClr val="tx1"/>
                </a:solidFill>
                <a:effectLst/>
                <a:latin typeface="+mn-lt"/>
                <a:ea typeface="+mn-ea"/>
                <a:cs typeface="+mn-cs"/>
              </a:rPr>
              <a:t>OpenXR</a:t>
            </a:r>
            <a:r>
              <a:rPr lang="en-GB" sz="1200" b="0" i="0" kern="1200" dirty="0">
                <a:solidFill>
                  <a:schemeClr val="tx1"/>
                </a:solidFill>
                <a:effectLst/>
                <a:latin typeface="+mn-lt"/>
                <a:ea typeface="+mn-ea"/>
                <a:cs typeface="+mn-cs"/>
              </a:rPr>
              <a:t> sensors on the Quest track your hands in real-time. It's getting positional data constantly—where each finger is, what angle your hand is at, all of it.</a:t>
            </a:r>
          </a:p>
          <a:p>
            <a:pPr marL="228600" indent="-228600">
              <a:buAutoNum type="arabicPeriod"/>
            </a:pPr>
            <a:r>
              <a:rPr lang="en-GB" sz="1200" b="0" i="0" kern="1200" dirty="0">
                <a:solidFill>
                  <a:schemeClr val="tx1"/>
                </a:solidFill>
                <a:effectLst/>
                <a:latin typeface="+mn-lt"/>
                <a:ea typeface="+mn-ea"/>
                <a:cs typeface="+mn-cs"/>
              </a:rPr>
              <a:t>Recognition — That hand pose data gets fed into my sign recognition system. I compare your hand position and shape to a stored JSON file of users calibration of ISL signs. </a:t>
            </a:r>
          </a:p>
          <a:p>
            <a:pPr marL="228600" indent="-228600">
              <a:buAutoNum type="arabicPeriod"/>
            </a:pPr>
            <a:r>
              <a:rPr lang="en-GB" sz="1200" b="0" i="0" kern="1200" dirty="0">
                <a:solidFill>
                  <a:schemeClr val="tx1"/>
                </a:solidFill>
                <a:effectLst/>
                <a:latin typeface="+mn-lt"/>
                <a:ea typeface="+mn-ea"/>
                <a:cs typeface="+mn-cs"/>
              </a:rPr>
              <a:t>Feedback — If your pose matches a sign (within a confidence threshold), the system generates visual feedback. You see text on screen: "That's right! Well done." If it doesn't match, you get "Try again—remember the hand should be lower.“</a:t>
            </a:r>
          </a:p>
          <a:p>
            <a:pPr marL="228600" indent="-228600">
              <a:buAutoNum type="arabicPeriod"/>
            </a:pPr>
            <a:r>
              <a:rPr lang="en-GB" sz="1200" b="0" i="0" kern="1200" dirty="0">
                <a:solidFill>
                  <a:schemeClr val="tx1"/>
                </a:solidFill>
                <a:effectLst/>
                <a:latin typeface="+mn-lt"/>
                <a:ea typeface="+mn-ea"/>
                <a:cs typeface="+mn-cs"/>
              </a:rPr>
              <a:t> Storage — Your progress and calibration data get saved to JSON files on the device, so next time you use the app, it remembers you.</a:t>
            </a:r>
          </a:p>
          <a:p>
            <a:pPr marL="228600" indent="-228600">
              <a:buAutoNum type="arabicPeriod"/>
            </a:pPr>
            <a:endParaRPr lang="en-GB" sz="1200" b="0" i="0" kern="1200" dirty="0">
              <a:solidFill>
                <a:schemeClr val="tx1"/>
              </a:solidFill>
              <a:effectLst/>
              <a:latin typeface="+mn-lt"/>
              <a:ea typeface="+mn-ea"/>
              <a:cs typeface="+mn-cs"/>
            </a:endParaRPr>
          </a:p>
          <a:p>
            <a:pPr marL="0" indent="0">
              <a:buNone/>
            </a:pPr>
            <a:r>
              <a:rPr lang="en-GB" sz="1200" b="0" i="0" kern="1200" dirty="0">
                <a:solidFill>
                  <a:schemeClr val="tx1"/>
                </a:solidFill>
                <a:effectLst/>
                <a:latin typeface="+mn-lt"/>
                <a:ea typeface="+mn-ea"/>
                <a:cs typeface="+mn-cs"/>
              </a:rPr>
              <a:t>This is all happening standalone on the Quest. No cloud calls (for now), no external servers. Everything runs locally. That means the experience is smooth, responsive, and doesn't depend on internet connectivity.</a:t>
            </a:r>
            <a:endParaRPr lang="en-IE" dirty="0"/>
          </a:p>
        </p:txBody>
      </p:sp>
      <p:sp>
        <p:nvSpPr>
          <p:cNvPr id="4" name="Slide Number Placeholder 3">
            <a:extLst>
              <a:ext uri="{FF2B5EF4-FFF2-40B4-BE49-F238E27FC236}">
                <a16:creationId xmlns:a16="http://schemas.microsoft.com/office/drawing/2014/main" id="{C5368BF4-C217-88DD-4F55-B20B9534DAD4}"/>
              </a:ext>
            </a:extLst>
          </p:cNvPr>
          <p:cNvSpPr>
            <a:spLocks noGrp="1"/>
          </p:cNvSpPr>
          <p:nvPr>
            <p:ph type="sldNum" sz="quarter" idx="10"/>
          </p:nvPr>
        </p:nvSpPr>
        <p:spPr/>
        <p:txBody>
          <a:bodyPr/>
          <a:lstStyle/>
          <a:p>
            <a:fld id="{39155FEB-D5E4-4A1E-87F4-37E283567B6E}" type="slidenum">
              <a:rPr lang="en-IE" smtClean="0"/>
              <a:pPr/>
              <a:t>7</a:t>
            </a:fld>
            <a:endParaRPr lang="en-IE"/>
          </a:p>
        </p:txBody>
      </p:sp>
    </p:spTree>
    <p:extLst>
      <p:ext uri="{BB962C8B-B14F-4D97-AF65-F5344CB8AC3E}">
        <p14:creationId xmlns:p14="http://schemas.microsoft.com/office/powerpoint/2010/main" val="18678251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E"/>
          </a:p>
        </p:txBody>
      </p:sp>
      <p:sp>
        <p:nvSpPr>
          <p:cNvPr id="3" name="Notes Placeholder 2"/>
          <p:cNvSpPr>
            <a:spLocks noGrp="1"/>
          </p:cNvSpPr>
          <p:nvPr>
            <p:ph type="body" idx="1"/>
          </p:nvPr>
        </p:nvSpPr>
        <p:spPr/>
        <p:txBody>
          <a:bodyPr>
            <a:normAutofit/>
          </a:bodyPr>
          <a:lstStyle/>
          <a:p>
            <a:r>
              <a:rPr lang="en-GB" sz="1200" b="0" i="0" kern="1200" dirty="0">
                <a:solidFill>
                  <a:schemeClr val="tx1"/>
                </a:solidFill>
                <a:effectLst/>
                <a:latin typeface="+mn-lt"/>
                <a:ea typeface="+mn-ea"/>
                <a:cs typeface="+mn-cs"/>
              </a:rPr>
              <a:t>So, what does the user actually see as of now?</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You put on the headset, and you are presented in your room. Not distracting. Minimal design. Off to the side, there's a floating reference board showing the ISL alphabet—a quick visual guide so you remember what the letter 'M' looks like, what 'P' looks like.</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Passthrough camera: The Quest has a passthrough feature where you can see your real environment through the headset's cameras while also seeing virtual objects overlaid. So you see your actual hands in your actual room, but they're also being tracked and displayed in VR. It's less isolating than full VR, which is good for learning.</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Live virtual hands: Your actual hands appear as virtual representations. You move your real hand, and you see it mirrored in the VR. Very intuitive—no controllers to learn.</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Real-time feedback text: On screen, you see text updating: "Left hand = A, Right hand = V". As you change your hand shape, the text changes. Immediate feedback. You know the system is responding to you.</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The whole design philosophy is: minimize cognitive load, maximize clarity. Don't make the learner think. Just let them practice and see if they're getting it right.</a:t>
            </a:r>
            <a:endParaRPr lang="en-IE" dirty="0"/>
          </a:p>
        </p:txBody>
      </p:sp>
      <p:sp>
        <p:nvSpPr>
          <p:cNvPr id="4" name="Slide Number Placeholder 3"/>
          <p:cNvSpPr>
            <a:spLocks noGrp="1"/>
          </p:cNvSpPr>
          <p:nvPr>
            <p:ph type="sldNum" sz="quarter" idx="10"/>
          </p:nvPr>
        </p:nvSpPr>
        <p:spPr/>
        <p:txBody>
          <a:bodyPr/>
          <a:lstStyle/>
          <a:p>
            <a:fld id="{39155FEB-D5E4-4A1E-87F4-37E283567B6E}" type="slidenum">
              <a:rPr lang="en-IE" smtClean="0"/>
              <a:pPr/>
              <a:t>8</a:t>
            </a:fld>
            <a:endParaRPr lang="en-IE"/>
          </a:p>
        </p:txBody>
      </p:sp>
    </p:spTree>
    <p:extLst>
      <p:ext uri="{BB962C8B-B14F-4D97-AF65-F5344CB8AC3E}">
        <p14:creationId xmlns:p14="http://schemas.microsoft.com/office/powerpoint/2010/main" val="40031214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E"/>
          </a:p>
        </p:txBody>
      </p:sp>
      <p:sp>
        <p:nvSpPr>
          <p:cNvPr id="3" name="Notes Placeholder 2"/>
          <p:cNvSpPr>
            <a:spLocks noGrp="1"/>
          </p:cNvSpPr>
          <p:nvPr>
            <p:ph type="body" idx="1"/>
          </p:nvPr>
        </p:nvSpPr>
        <p:spPr/>
        <p:txBody>
          <a:bodyPr>
            <a:normAutofit/>
          </a:bodyPr>
          <a:lstStyle/>
          <a:p>
            <a:r>
              <a:rPr lang="en-GB" sz="1200" b="0" i="0" kern="1200" dirty="0">
                <a:solidFill>
                  <a:schemeClr val="tx1"/>
                </a:solidFill>
                <a:effectLst/>
                <a:latin typeface="+mn-lt"/>
                <a:ea typeface="+mn-ea"/>
                <a:cs typeface="+mn-cs"/>
              </a:rPr>
              <a:t>Now let's talk about the logic layer—the stuff happening in the middle that makes the app actually work.</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Hand Pose Detection: </a:t>
            </a:r>
            <a:r>
              <a:rPr lang="en-GB" sz="1200" b="0" i="0" kern="1200" dirty="0" err="1">
                <a:solidFill>
                  <a:schemeClr val="tx1"/>
                </a:solidFill>
                <a:effectLst/>
                <a:latin typeface="+mn-lt"/>
                <a:ea typeface="+mn-ea"/>
                <a:cs typeface="+mn-cs"/>
              </a:rPr>
              <a:t>OpenXR</a:t>
            </a:r>
            <a:r>
              <a:rPr lang="en-GB" sz="1200" b="0" i="0" kern="1200" dirty="0">
                <a:solidFill>
                  <a:schemeClr val="tx1"/>
                </a:solidFill>
                <a:effectLst/>
                <a:latin typeface="+mn-lt"/>
                <a:ea typeface="+mn-ea"/>
                <a:cs typeface="+mn-cs"/>
              </a:rPr>
              <a:t> is constantly giving me data about the user's hand. X, Y, Z coordinates for each finger joint, palm position, rotation. This is streaming in real-time from the Quest's hand tracking sensors.</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Gesture Matching: I take that hand pose data and compare it to a JSON library of users ISL signs after calibration. I'm using rule-based recognition. Basically, I'm saying: </a:t>
            </a:r>
            <a:r>
              <a:rPr lang="en-GB" sz="1200" b="0" i="1" kern="1200" dirty="0">
                <a:solidFill>
                  <a:schemeClr val="tx1"/>
                </a:solidFill>
                <a:effectLst/>
                <a:latin typeface="+mn-lt"/>
                <a:ea typeface="+mn-ea"/>
                <a:cs typeface="+mn-cs"/>
              </a:rPr>
              <a:t>'If the left hand is in a closed fist AND the fingers are pointing upward AND the wrist is at this angle, that's an A.'</a:t>
            </a:r>
            <a:r>
              <a:rPr lang="en-GB" sz="1200" b="0" i="0" kern="1200" dirty="0">
                <a:solidFill>
                  <a:schemeClr val="tx1"/>
                </a:solidFill>
                <a:effectLst/>
                <a:latin typeface="+mn-lt"/>
                <a:ea typeface="+mn-ea"/>
                <a:cs typeface="+mn-cs"/>
              </a:rPr>
              <a:t> Simple if-then logic.</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Confidence Validation: The system doesn't just say 'match found.' It checks: </a:t>
            </a:r>
            <a:r>
              <a:rPr lang="en-GB" sz="1200" b="0" i="1" kern="1200" dirty="0">
                <a:solidFill>
                  <a:schemeClr val="tx1"/>
                </a:solidFill>
                <a:effectLst/>
                <a:latin typeface="+mn-lt"/>
                <a:ea typeface="+mn-ea"/>
                <a:cs typeface="+mn-cs"/>
              </a:rPr>
              <a:t>Does the match quality meet my confidence threshold?</a:t>
            </a:r>
            <a:r>
              <a:rPr lang="en-GB" sz="1200" b="0" i="0" kern="1200" dirty="0">
                <a:solidFill>
                  <a:schemeClr val="tx1"/>
                </a:solidFill>
                <a:effectLst/>
                <a:latin typeface="+mn-lt"/>
                <a:ea typeface="+mn-ea"/>
                <a:cs typeface="+mn-cs"/>
              </a:rPr>
              <a:t> Maybe I require 85% similarity to accept a sign. If the match is only 70% similar, I say 'Try again.’</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Real-time Feedback: As soon as validation happens, visual feedback appears. No lag. User signs an 'A', system recognizes it, text appears on screen: 'Correct!' All within milliseconds.</a:t>
            </a:r>
            <a:endParaRPr lang="en-IE" dirty="0"/>
          </a:p>
        </p:txBody>
      </p:sp>
      <p:sp>
        <p:nvSpPr>
          <p:cNvPr id="4" name="Slide Number Placeholder 3"/>
          <p:cNvSpPr>
            <a:spLocks noGrp="1"/>
          </p:cNvSpPr>
          <p:nvPr>
            <p:ph type="sldNum" sz="quarter" idx="10"/>
          </p:nvPr>
        </p:nvSpPr>
        <p:spPr/>
        <p:txBody>
          <a:bodyPr/>
          <a:lstStyle/>
          <a:p>
            <a:fld id="{39155FEB-D5E4-4A1E-87F4-37E283567B6E}" type="slidenum">
              <a:rPr lang="en-IE" smtClean="0"/>
              <a:pPr/>
              <a:t>9</a:t>
            </a:fld>
            <a:endParaRPr lang="en-IE"/>
          </a:p>
        </p:txBody>
      </p:sp>
    </p:spTree>
    <p:extLst>
      <p:ext uri="{BB962C8B-B14F-4D97-AF65-F5344CB8AC3E}">
        <p14:creationId xmlns:p14="http://schemas.microsoft.com/office/powerpoint/2010/main" val="34354319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E"/>
          </a:p>
        </p:txBody>
      </p:sp>
      <p:sp>
        <p:nvSpPr>
          <p:cNvPr id="3" name="Notes Placeholder 2"/>
          <p:cNvSpPr>
            <a:spLocks noGrp="1"/>
          </p:cNvSpPr>
          <p:nvPr>
            <p:ph type="body" idx="1"/>
          </p:nvPr>
        </p:nvSpPr>
        <p:spPr/>
        <p:txBody>
          <a:bodyPr>
            <a:normAutofit/>
          </a:bodyPr>
          <a:lstStyle/>
          <a:p>
            <a:r>
              <a:rPr lang="en-GB" sz="1200" b="0" i="0" kern="1200" dirty="0" err="1">
                <a:solidFill>
                  <a:schemeClr val="tx1"/>
                </a:solidFill>
                <a:effectLst/>
                <a:latin typeface="+mn-lt"/>
                <a:ea typeface="+mn-ea"/>
                <a:cs typeface="+mn-cs"/>
              </a:rPr>
              <a:t>Im</a:t>
            </a:r>
            <a:r>
              <a:rPr lang="en-GB" sz="1200" b="0" i="0" kern="1200" dirty="0">
                <a:solidFill>
                  <a:schemeClr val="tx1"/>
                </a:solidFill>
                <a:effectLst/>
                <a:latin typeface="+mn-lt"/>
                <a:ea typeface="+mn-ea"/>
                <a:cs typeface="+mn-cs"/>
              </a:rPr>
              <a:t> not using a fancy external database yet. Instead, we're storing everything locally on the Quest headset using JSON files.</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So when someone uses the app, all their information—their calibration settings, what letters they've learned, their progress stats—gets saved in local JSON files directly on the Quest device. It's like a little database living on the headset itself.</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Each learner gets one JSON structure. Think of it like a file folder for each person that contains: their user info, their hand calibration data (remember that calibration phase?), which alphabet letters they've practiced, and some basic statistics like how many times they've tried each sign.</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Now, to actually read and write these files, we use Godot's </a:t>
            </a:r>
            <a:r>
              <a:rPr lang="en-GB" sz="1200" b="0" i="0" kern="1200" dirty="0" err="1">
                <a:solidFill>
                  <a:schemeClr val="tx1"/>
                </a:solidFill>
                <a:effectLst/>
                <a:latin typeface="+mn-lt"/>
                <a:ea typeface="+mn-ea"/>
                <a:cs typeface="+mn-cs"/>
              </a:rPr>
              <a:t>FileAccess</a:t>
            </a:r>
            <a:r>
              <a:rPr lang="en-GB" sz="1200" b="0" i="0" kern="1200" dirty="0">
                <a:solidFill>
                  <a:schemeClr val="tx1"/>
                </a:solidFill>
                <a:effectLst/>
                <a:latin typeface="+mn-lt"/>
                <a:ea typeface="+mn-ea"/>
                <a:cs typeface="+mn-cs"/>
              </a:rPr>
              <a:t> API. That's basically Godot's built-in toolbox for file operations. We point it to the user data path on the Quest, and boom—we can load their data when they start the app and save updates as they practice.</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All though its not built yet, Right now it's local, but the same JSON structure we're using can easily be sent to a cloud service later—like Firebase or a custom backend—without changing our whole data model. So if we scale up and want cross-device syncing in the future, we won't need to rebuild everything.</a:t>
            </a:r>
            <a:endParaRPr lang="en-IE" dirty="0"/>
          </a:p>
        </p:txBody>
      </p:sp>
      <p:sp>
        <p:nvSpPr>
          <p:cNvPr id="4" name="Slide Number Placeholder 3"/>
          <p:cNvSpPr>
            <a:spLocks noGrp="1"/>
          </p:cNvSpPr>
          <p:nvPr>
            <p:ph type="sldNum" sz="quarter" idx="10"/>
          </p:nvPr>
        </p:nvSpPr>
        <p:spPr/>
        <p:txBody>
          <a:bodyPr/>
          <a:lstStyle/>
          <a:p>
            <a:fld id="{39155FEB-D5E4-4A1E-87F4-37E283567B6E}" type="slidenum">
              <a:rPr lang="en-IE" smtClean="0"/>
              <a:pPr/>
              <a:t>10</a:t>
            </a:fld>
            <a:endParaRPr lang="en-IE"/>
          </a:p>
        </p:txBody>
      </p:sp>
    </p:spTree>
    <p:extLst>
      <p:ext uri="{BB962C8B-B14F-4D97-AF65-F5344CB8AC3E}">
        <p14:creationId xmlns:p14="http://schemas.microsoft.com/office/powerpoint/2010/main" val="41460263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E"/>
          </a:p>
        </p:txBody>
      </p:sp>
      <p:sp>
        <p:nvSpPr>
          <p:cNvPr id="3" name="Notes Placeholder 2"/>
          <p:cNvSpPr>
            <a:spLocks noGrp="1"/>
          </p:cNvSpPr>
          <p:nvPr>
            <p:ph type="body" idx="1"/>
          </p:nvPr>
        </p:nvSpPr>
        <p:spPr/>
        <p:txBody>
          <a:bodyPr>
            <a:normAutofit/>
          </a:bodyPr>
          <a:lstStyle/>
          <a:p>
            <a:endParaRPr lang="en-IE"/>
          </a:p>
        </p:txBody>
      </p:sp>
      <p:sp>
        <p:nvSpPr>
          <p:cNvPr id="4" name="Slide Number Placeholder 3"/>
          <p:cNvSpPr>
            <a:spLocks noGrp="1"/>
          </p:cNvSpPr>
          <p:nvPr>
            <p:ph type="sldNum" sz="quarter" idx="10"/>
          </p:nvPr>
        </p:nvSpPr>
        <p:spPr/>
        <p:txBody>
          <a:bodyPr/>
          <a:lstStyle/>
          <a:p>
            <a:fld id="{39155FEB-D5E4-4A1E-87F4-37E283567B6E}" type="slidenum">
              <a:rPr lang="en-IE" smtClean="0"/>
              <a:pPr/>
              <a:t>11</a:t>
            </a:fld>
            <a:endParaRPr lang="en-IE"/>
          </a:p>
        </p:txBody>
      </p:sp>
    </p:spTree>
    <p:extLst>
      <p:ext uri="{BB962C8B-B14F-4D97-AF65-F5344CB8AC3E}">
        <p14:creationId xmlns:p14="http://schemas.microsoft.com/office/powerpoint/2010/main" val="12030345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E"/>
          </a:p>
        </p:txBody>
      </p:sp>
      <p:sp>
        <p:nvSpPr>
          <p:cNvPr id="3" name="Notes Placeholder 2"/>
          <p:cNvSpPr>
            <a:spLocks noGrp="1"/>
          </p:cNvSpPr>
          <p:nvPr>
            <p:ph type="body" idx="1"/>
          </p:nvPr>
        </p:nvSpPr>
        <p:spPr/>
        <p:txBody>
          <a:bodyPr>
            <a:normAutofit/>
          </a:bodyPr>
          <a:lstStyle/>
          <a:p>
            <a:r>
              <a:rPr lang="en-GB" sz="1200" b="0" i="0" kern="1200" dirty="0">
                <a:solidFill>
                  <a:schemeClr val="tx1"/>
                </a:solidFill>
                <a:effectLst/>
                <a:latin typeface="+mn-lt"/>
                <a:ea typeface="+mn-ea"/>
                <a:cs typeface="+mn-cs"/>
              </a:rPr>
              <a:t>So, what was I evaluating with that demo?</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Criterion 1: </a:t>
            </a:r>
            <a:r>
              <a:rPr lang="en-GB" sz="1200" b="0" i="1" kern="1200" dirty="0">
                <a:solidFill>
                  <a:schemeClr val="tx1"/>
                </a:solidFill>
                <a:effectLst/>
                <a:latin typeface="+mn-lt"/>
                <a:ea typeface="+mn-ea"/>
                <a:cs typeface="+mn-cs"/>
              </a:rPr>
              <a:t>Can the system accurately recognize the letters A, V, and D from hand tracking on both hands?</a:t>
            </a:r>
            <a:endParaRPr lang="en-GB" sz="1200" b="0" i="0" kern="1200" dirty="0">
              <a:solidFill>
                <a:schemeClr val="tx1"/>
              </a:solidFill>
              <a:effectLst/>
              <a:latin typeface="+mn-lt"/>
              <a:ea typeface="+mn-ea"/>
              <a:cs typeface="+mn-cs"/>
            </a:endParaRPr>
          </a:p>
          <a:p>
            <a:pPr marL="171450" indent="-171450">
              <a:buFontTx/>
              <a:buChar char="-"/>
            </a:pPr>
            <a:r>
              <a:rPr lang="en-GB" sz="1200" b="0" i="0" kern="1200" dirty="0">
                <a:solidFill>
                  <a:schemeClr val="tx1"/>
                </a:solidFill>
                <a:effectLst/>
                <a:latin typeface="+mn-lt"/>
                <a:ea typeface="+mn-ea"/>
                <a:cs typeface="+mn-cs"/>
              </a:rPr>
              <a:t>Result: Yes. My left hand formed an 'A'—the system recognized it. Right hand 'V'—recognized. Both hands working independently and simultaneously. This is important because ISL uses both hands, often with different shapes.</a:t>
            </a:r>
          </a:p>
          <a:p>
            <a:pPr marL="171450" indent="-171450">
              <a:buFontTx/>
              <a:buChar char="-"/>
            </a:pPr>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Criterion 2: </a:t>
            </a:r>
            <a:r>
              <a:rPr lang="en-GB" sz="1200" b="0" i="1" kern="1200" dirty="0">
                <a:solidFill>
                  <a:schemeClr val="tx1"/>
                </a:solidFill>
                <a:effectLst/>
                <a:latin typeface="+mn-lt"/>
                <a:ea typeface="+mn-ea"/>
                <a:cs typeface="+mn-cs"/>
              </a:rPr>
              <a:t>Does real-time feedback work correctly?</a:t>
            </a:r>
            <a:endParaRPr lang="en-GB" sz="1200" b="0" i="0" kern="1200" dirty="0">
              <a:solidFill>
                <a:schemeClr val="tx1"/>
              </a:solidFill>
              <a:effectLst/>
              <a:latin typeface="+mn-lt"/>
              <a:ea typeface="+mn-ea"/>
              <a:cs typeface="+mn-cs"/>
            </a:endParaRPr>
          </a:p>
          <a:p>
            <a:pPr marL="171450" indent="-171450">
              <a:buFontTx/>
              <a:buChar char="-"/>
            </a:pPr>
            <a:r>
              <a:rPr lang="en-GB" sz="1200" b="0" i="0" kern="1200" dirty="0">
                <a:solidFill>
                  <a:schemeClr val="tx1"/>
                </a:solidFill>
                <a:effectLst/>
                <a:latin typeface="+mn-lt"/>
                <a:ea typeface="+mn-ea"/>
                <a:cs typeface="+mn-cs"/>
              </a:rPr>
              <a:t>Result: Yes. You saw the text update on screen. When I signed correctly, it showed the detected letter. When I was fumbling around, it showed... nothing, because the pose didn't match anything. That's correct </a:t>
            </a:r>
            <a:r>
              <a:rPr lang="en-GB" sz="1200" b="0" i="0" kern="1200" dirty="0" err="1">
                <a:solidFill>
                  <a:schemeClr val="tx1"/>
                </a:solidFill>
                <a:effectLst/>
                <a:latin typeface="+mn-lt"/>
                <a:ea typeface="+mn-ea"/>
                <a:cs typeface="+mn-cs"/>
              </a:rPr>
              <a:t>behavior</a:t>
            </a:r>
            <a:r>
              <a:rPr lang="en-GB" sz="1200" b="0" i="0" kern="1200" dirty="0">
                <a:solidFill>
                  <a:schemeClr val="tx1"/>
                </a:solidFill>
                <a:effectLst/>
                <a:latin typeface="+mn-lt"/>
                <a:ea typeface="+mn-ea"/>
                <a:cs typeface="+mn-cs"/>
              </a:rPr>
              <a:t>.</a:t>
            </a:r>
          </a:p>
          <a:p>
            <a:pPr marL="0" indent="0">
              <a:buFontTx/>
              <a:buNone/>
            </a:pPr>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Criterion 3: </a:t>
            </a:r>
            <a:r>
              <a:rPr lang="en-GB" sz="1200" b="0" i="1" kern="1200" dirty="0">
                <a:solidFill>
                  <a:schemeClr val="tx1"/>
                </a:solidFill>
                <a:effectLst/>
                <a:latin typeface="+mn-lt"/>
                <a:ea typeface="+mn-ea"/>
                <a:cs typeface="+mn-cs"/>
              </a:rPr>
              <a:t>Can a user complete a short practice session without the app crashing or confusing them?</a:t>
            </a:r>
            <a:endParaRPr lang="en-GB" sz="1200" b="0" i="0" kern="1200" dirty="0">
              <a:solidFill>
                <a:schemeClr val="tx1"/>
              </a:solidFill>
              <a:effectLst/>
              <a:latin typeface="+mn-lt"/>
              <a:ea typeface="+mn-ea"/>
              <a:cs typeface="+mn-cs"/>
            </a:endParaRPr>
          </a:p>
          <a:p>
            <a:pPr marL="171450" indent="-171450">
              <a:buFontTx/>
              <a:buChar char="-"/>
            </a:pPr>
            <a:r>
              <a:rPr lang="en-GB" sz="1200" b="0" i="0" kern="1200" dirty="0">
                <a:solidFill>
                  <a:schemeClr val="tx1"/>
                </a:solidFill>
                <a:effectLst/>
                <a:latin typeface="+mn-lt"/>
                <a:ea typeface="+mn-ea"/>
                <a:cs typeface="+mn-cs"/>
              </a:rPr>
              <a:t>Result: Yes. I signed through all three letters smoothly. No crashes. The interface was clear—what I needed to do was obvious.</a:t>
            </a:r>
          </a:p>
          <a:p>
            <a:pPr marL="0" indent="0">
              <a:buFontTx/>
              <a:buNone/>
            </a:pPr>
            <a:endParaRPr lang="en-GB" sz="1200" b="0" i="0" kern="1200" dirty="0">
              <a:solidFill>
                <a:schemeClr val="tx1"/>
              </a:solidFill>
              <a:effectLst/>
              <a:latin typeface="+mn-lt"/>
              <a:ea typeface="+mn-ea"/>
              <a:cs typeface="+mn-cs"/>
            </a:endParaRPr>
          </a:p>
          <a:p>
            <a:endParaRPr lang="en-IE" dirty="0"/>
          </a:p>
        </p:txBody>
      </p:sp>
      <p:sp>
        <p:nvSpPr>
          <p:cNvPr id="4" name="Slide Number Placeholder 3"/>
          <p:cNvSpPr>
            <a:spLocks noGrp="1"/>
          </p:cNvSpPr>
          <p:nvPr>
            <p:ph type="sldNum" sz="quarter" idx="10"/>
          </p:nvPr>
        </p:nvSpPr>
        <p:spPr/>
        <p:txBody>
          <a:bodyPr/>
          <a:lstStyle/>
          <a:p>
            <a:fld id="{39155FEB-D5E4-4A1E-87F4-37E283567B6E}" type="slidenum">
              <a:rPr lang="en-IE" smtClean="0"/>
              <a:pPr/>
              <a:t>12</a:t>
            </a:fld>
            <a:endParaRPr lang="en-IE"/>
          </a:p>
        </p:txBody>
      </p:sp>
    </p:spTree>
    <p:extLst>
      <p:ext uri="{BB962C8B-B14F-4D97-AF65-F5344CB8AC3E}">
        <p14:creationId xmlns:p14="http://schemas.microsoft.com/office/powerpoint/2010/main" val="34883670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E"/>
          </a:p>
        </p:txBody>
      </p:sp>
      <p:sp>
        <p:nvSpPr>
          <p:cNvPr id="3" name="Notes Placeholder 2"/>
          <p:cNvSpPr>
            <a:spLocks noGrp="1"/>
          </p:cNvSpPr>
          <p:nvPr>
            <p:ph type="body" idx="1"/>
          </p:nvPr>
        </p:nvSpPr>
        <p:spPr/>
        <p:txBody>
          <a:bodyPr>
            <a:normAutofit/>
          </a:bodyPr>
          <a:lstStyle/>
          <a:p>
            <a:endParaRPr lang="en-IE" dirty="0"/>
          </a:p>
        </p:txBody>
      </p:sp>
      <p:sp>
        <p:nvSpPr>
          <p:cNvPr id="4" name="Slide Number Placeholder 3"/>
          <p:cNvSpPr>
            <a:spLocks noGrp="1"/>
          </p:cNvSpPr>
          <p:nvPr>
            <p:ph type="sldNum" sz="quarter" idx="10"/>
          </p:nvPr>
        </p:nvSpPr>
        <p:spPr/>
        <p:txBody>
          <a:bodyPr/>
          <a:lstStyle/>
          <a:p>
            <a:fld id="{39155FEB-D5E4-4A1E-87F4-37E283567B6E}" type="slidenum">
              <a:rPr lang="en-IE" smtClean="0"/>
              <a:pPr/>
              <a:t>13</a:t>
            </a:fld>
            <a:endParaRPr lang="en-IE"/>
          </a:p>
        </p:txBody>
      </p:sp>
    </p:spTree>
    <p:extLst>
      <p:ext uri="{BB962C8B-B14F-4D97-AF65-F5344CB8AC3E}">
        <p14:creationId xmlns:p14="http://schemas.microsoft.com/office/powerpoint/2010/main" val="40659024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E"/>
          </a:p>
        </p:txBody>
      </p:sp>
      <p:sp>
        <p:nvSpPr>
          <p:cNvPr id="3" name="Notes Placeholder 2"/>
          <p:cNvSpPr>
            <a:spLocks noGrp="1"/>
          </p:cNvSpPr>
          <p:nvPr>
            <p:ph type="body" idx="1"/>
          </p:nvPr>
        </p:nvSpPr>
        <p:spPr/>
        <p:txBody>
          <a:bodyPr>
            <a:normAutofit/>
          </a:bodyPr>
          <a:lstStyle/>
          <a:p>
            <a:endParaRPr lang="en-IE"/>
          </a:p>
        </p:txBody>
      </p:sp>
      <p:sp>
        <p:nvSpPr>
          <p:cNvPr id="4" name="Slide Number Placeholder 3"/>
          <p:cNvSpPr>
            <a:spLocks noGrp="1"/>
          </p:cNvSpPr>
          <p:nvPr>
            <p:ph type="sldNum" sz="quarter" idx="10"/>
          </p:nvPr>
        </p:nvSpPr>
        <p:spPr/>
        <p:txBody>
          <a:bodyPr/>
          <a:lstStyle/>
          <a:p>
            <a:fld id="{39155FEB-D5E4-4A1E-87F4-37E283567B6E}" type="slidenum">
              <a:rPr lang="en-IE" smtClean="0"/>
              <a:pPr/>
              <a:t>14</a:t>
            </a:fld>
            <a:endParaRPr lang="en-IE"/>
          </a:p>
        </p:txBody>
      </p:sp>
    </p:spTree>
    <p:extLst>
      <p:ext uri="{BB962C8B-B14F-4D97-AF65-F5344CB8AC3E}">
        <p14:creationId xmlns:p14="http://schemas.microsoft.com/office/powerpoint/2010/main" val="288695923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5867400" cy="6858000"/>
            <a:chOff x="0" y="0"/>
            <a:chExt cx="3696" cy="4320"/>
          </a:xfrm>
        </p:grpSpPr>
        <p:sp>
          <p:nvSpPr>
            <p:cNvPr id="5" name="Rectangle 3"/>
            <p:cNvSpPr>
              <a:spLocks noChangeArrowheads="1"/>
            </p:cNvSpPr>
            <p:nvPr/>
          </p:nvSpPr>
          <p:spPr bwMode="auto">
            <a:xfrm>
              <a:off x="0" y="0"/>
              <a:ext cx="2880" cy="4320"/>
            </a:xfrm>
            <a:prstGeom prst="rect">
              <a:avLst/>
            </a:prstGeom>
            <a:gradFill flip="none" rotWithShape="1">
              <a:gsLst>
                <a:gs pos="0">
                  <a:schemeClr val="accent4">
                    <a:lumMod val="75000"/>
                    <a:lumOff val="2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6200000" scaled="1"/>
              <a:tileRect/>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kumimoji="1" lang="en-US" altLang="en-US" sz="2400">
                <a:latin typeface="Times New Roman" panose="02020603050405020304" pitchFamily="18" charset="0"/>
              </a:endParaRPr>
            </a:p>
          </p:txBody>
        </p:sp>
        <p:sp>
          <p:nvSpPr>
            <p:cNvPr id="6" name="AutoShape 4"/>
            <p:cNvSpPr>
              <a:spLocks noChangeArrowheads="1"/>
            </p:cNvSpPr>
            <p:nvPr/>
          </p:nvSpPr>
          <p:spPr bwMode="white">
            <a:xfrm>
              <a:off x="432" y="624"/>
              <a:ext cx="3264" cy="1200"/>
            </a:xfrm>
            <a:prstGeom prst="roundRect">
              <a:avLst>
                <a:gd name="adj" fmla="val 50000"/>
              </a:avLst>
            </a:pr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kumimoji="1" lang="en-US" altLang="en-US" sz="2400">
                <a:latin typeface="Times New Roman" panose="02020603050405020304" pitchFamily="18" charset="0"/>
              </a:endParaRPr>
            </a:p>
          </p:txBody>
        </p:sp>
      </p:grpSp>
      <p:pic>
        <p:nvPicPr>
          <p:cNvPr id="10" name="Picture 1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0513" y="2876550"/>
            <a:ext cx="4787901" cy="301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6" name="Rectangle 8"/>
          <p:cNvSpPr>
            <a:spLocks noGrp="1" noChangeArrowheads="1"/>
          </p:cNvSpPr>
          <p:nvPr>
            <p:ph type="subTitle" idx="1"/>
          </p:nvPr>
        </p:nvSpPr>
        <p:spPr>
          <a:xfrm>
            <a:off x="4673600" y="2927350"/>
            <a:ext cx="4013200" cy="1822450"/>
          </a:xfrm>
        </p:spPr>
        <p:txBody>
          <a:bodyPr anchor="b"/>
          <a:lstStyle>
            <a:lvl1pPr marL="0" indent="0">
              <a:buFont typeface="Wingdings" panose="05000000000000000000" pitchFamily="2" charset="2"/>
              <a:buNone/>
              <a:defRPr>
                <a:solidFill>
                  <a:schemeClr val="tx2"/>
                </a:solidFill>
              </a:defRPr>
            </a:lvl1pPr>
          </a:lstStyle>
          <a:p>
            <a:pPr lvl="0"/>
            <a:r>
              <a:rPr lang="en-US" altLang="en-US" noProof="0"/>
              <a:t>Click to edit Master subtitle style</a:t>
            </a:r>
            <a:endParaRPr lang="en-GB" altLang="en-US" noProof="0"/>
          </a:p>
        </p:txBody>
      </p:sp>
      <p:sp>
        <p:nvSpPr>
          <p:cNvPr id="32780" name="AutoShape 12"/>
          <p:cNvSpPr>
            <a:spLocks noGrp="1" noChangeArrowheads="1"/>
          </p:cNvSpPr>
          <p:nvPr>
            <p:ph type="ctrTitle" sz="quarter"/>
          </p:nvPr>
        </p:nvSpPr>
        <p:spPr>
          <a:xfrm>
            <a:off x="685800" y="990600"/>
            <a:ext cx="8229600" cy="1905000"/>
          </a:xfrm>
          <a:prstGeom prst="roundRect">
            <a:avLst>
              <a:gd name="adj" fmla="val 50000"/>
            </a:avLst>
          </a:prstGeom>
        </p:spPr>
        <p:txBody>
          <a:bodyPr anchor="ctr"/>
          <a:lstStyle>
            <a:lvl1pPr algn="ctr">
              <a:defRPr>
                <a:solidFill>
                  <a:schemeClr val="tx1"/>
                </a:solidFill>
              </a:defRPr>
            </a:lvl1pPr>
          </a:lstStyle>
          <a:p>
            <a:pPr lvl="0"/>
            <a:r>
              <a:rPr lang="en-US" altLang="en-US" noProof="0"/>
              <a:t>Click to edit Master title style</a:t>
            </a:r>
            <a:endParaRPr lang="en-GB" altLang="en-US" noProof="0"/>
          </a:p>
        </p:txBody>
      </p:sp>
      <p:sp>
        <p:nvSpPr>
          <p:cNvPr id="11" name="Date Placeholder 9"/>
          <p:cNvSpPr>
            <a:spLocks noGrp="1" noChangeArrowheads="1"/>
          </p:cNvSpPr>
          <p:nvPr>
            <p:ph type="dt" sz="quarter" idx="10"/>
          </p:nvPr>
        </p:nvSpPr>
        <p:spPr/>
        <p:txBody>
          <a:bodyPr/>
          <a:lstStyle>
            <a:lvl1pPr>
              <a:defRPr>
                <a:solidFill>
                  <a:schemeClr val="bg1"/>
                </a:solidFill>
              </a:defRPr>
            </a:lvl1pPr>
          </a:lstStyle>
          <a:p>
            <a:fld id="{AF0D53F2-6605-491B-A522-26FC2F4F9BCD}" type="datetime1">
              <a:rPr lang="en-US" smtClean="0"/>
              <a:t>12/2/2025</a:t>
            </a:fld>
            <a:endParaRPr lang="en-US"/>
          </a:p>
        </p:txBody>
      </p:sp>
      <p:sp>
        <p:nvSpPr>
          <p:cNvPr id="12" name="Footer Placeholder 10"/>
          <p:cNvSpPr>
            <a:spLocks noGrp="1" noChangeArrowheads="1"/>
          </p:cNvSpPr>
          <p:nvPr>
            <p:ph type="ftr" sz="quarter" idx="11"/>
          </p:nvPr>
        </p:nvSpPr>
        <p:spPr/>
        <p:txBody>
          <a:bodyPr/>
          <a:lstStyle>
            <a:lvl1pPr algn="r">
              <a:defRPr/>
            </a:lvl1pPr>
          </a:lstStyle>
          <a:p>
            <a:endParaRPr lang="en-US"/>
          </a:p>
        </p:txBody>
      </p:sp>
      <p:sp>
        <p:nvSpPr>
          <p:cNvPr id="13" name="Slide Number Placeholder 11"/>
          <p:cNvSpPr>
            <a:spLocks noGrp="1" noChangeArrowheads="1"/>
          </p:cNvSpPr>
          <p:nvPr>
            <p:ph type="sldNum" sz="quarter" idx="12"/>
          </p:nvPr>
        </p:nvSpPr>
        <p:spPr>
          <a:xfrm>
            <a:off x="76200" y="6248400"/>
            <a:ext cx="587375" cy="488950"/>
          </a:xfrm>
        </p:spPr>
        <p:txBody>
          <a:bodyPr anchorCtr="0"/>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6674945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Content Placeholder 2"/>
          <p:cNvSpPr>
            <a:spLocks noGrp="1"/>
          </p:cNvSpPr>
          <p:nvPr>
            <p:ph idx="1"/>
          </p:nvPr>
        </p:nvSpPr>
        <p:spPr>
          <a:xfrm>
            <a:off x="838200" y="1905000"/>
            <a:ext cx="7693025" cy="41814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Rectangle 11"/>
          <p:cNvSpPr>
            <a:spLocks noGrp="1" noChangeArrowheads="1"/>
          </p:cNvSpPr>
          <p:nvPr>
            <p:ph type="dt" sz="half" idx="10"/>
          </p:nvPr>
        </p:nvSpPr>
        <p:spPr>
          <a:ln/>
        </p:spPr>
        <p:txBody>
          <a:bodyPr/>
          <a:lstStyle>
            <a:lvl1pPr>
              <a:defRPr/>
            </a:lvl1pPr>
          </a:lstStyle>
          <a:p>
            <a:fld id="{DB2CCA16-2DDB-40B9-9F54-A095905B077E}" type="datetime1">
              <a:rPr lang="en-US" smtClean="0"/>
              <a:t>12/2/2025</a:t>
            </a:fld>
            <a:endParaRPr lang="en-US"/>
          </a:p>
        </p:txBody>
      </p:sp>
      <p:sp>
        <p:nvSpPr>
          <p:cNvPr id="5" name="Rectangle 12"/>
          <p:cNvSpPr>
            <a:spLocks noGrp="1" noChangeArrowheads="1"/>
          </p:cNvSpPr>
          <p:nvPr>
            <p:ph type="ftr" sz="quarter" idx="11"/>
          </p:nvPr>
        </p:nvSpPr>
        <p:spPr>
          <a:ln/>
        </p:spPr>
        <p:txBody>
          <a:bodyPr/>
          <a:lstStyle>
            <a:lvl1pPr>
              <a:defRPr/>
            </a:lvl1pPr>
          </a:lstStyle>
          <a:p>
            <a:endParaRPr lang="en-US"/>
          </a:p>
        </p:txBody>
      </p:sp>
      <p:sp>
        <p:nvSpPr>
          <p:cNvPr id="6" name="Rectangle 13"/>
          <p:cNvSpPr>
            <a:spLocks noGrp="1" noChangeArrowheads="1"/>
          </p:cNvSpPr>
          <p:nvPr>
            <p:ph type="sldNum" sz="quarter" idx="12"/>
          </p:nvPr>
        </p:nvSpPr>
        <p:spPr>
          <a:ln/>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9030868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lstStyle>
            <a:lvl1pPr>
              <a:defRPr sz="6000"/>
            </a:lvl1pPr>
          </a:lstStyle>
          <a:p>
            <a:r>
              <a:rPr lang="en-US"/>
              <a:t>Click to edit Master title style</a:t>
            </a:r>
            <a:endParaRPr lang="en-IE"/>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11"/>
          <p:cNvSpPr>
            <a:spLocks noGrp="1" noChangeArrowheads="1"/>
          </p:cNvSpPr>
          <p:nvPr>
            <p:ph type="dt" sz="half" idx="10"/>
          </p:nvPr>
        </p:nvSpPr>
        <p:spPr>
          <a:ln/>
        </p:spPr>
        <p:txBody>
          <a:bodyPr/>
          <a:lstStyle>
            <a:lvl1pPr>
              <a:defRPr/>
            </a:lvl1pPr>
          </a:lstStyle>
          <a:p>
            <a:fld id="{664DF457-5724-4B26-A4C4-59D64F3AB245}" type="datetime1">
              <a:rPr lang="en-US" smtClean="0"/>
              <a:t>12/2/2025</a:t>
            </a:fld>
            <a:endParaRPr lang="en-US"/>
          </a:p>
        </p:txBody>
      </p:sp>
      <p:sp>
        <p:nvSpPr>
          <p:cNvPr id="5" name="Rectangle 12"/>
          <p:cNvSpPr>
            <a:spLocks noGrp="1" noChangeArrowheads="1"/>
          </p:cNvSpPr>
          <p:nvPr>
            <p:ph type="ftr" sz="quarter" idx="11"/>
          </p:nvPr>
        </p:nvSpPr>
        <p:spPr>
          <a:ln/>
        </p:spPr>
        <p:txBody>
          <a:bodyPr/>
          <a:lstStyle>
            <a:lvl1pPr>
              <a:defRPr/>
            </a:lvl1pPr>
          </a:lstStyle>
          <a:p>
            <a:endParaRPr lang="en-US"/>
          </a:p>
        </p:txBody>
      </p:sp>
      <p:sp>
        <p:nvSpPr>
          <p:cNvPr id="6" name="Rectangle 13"/>
          <p:cNvSpPr>
            <a:spLocks noGrp="1" noChangeArrowheads="1"/>
          </p:cNvSpPr>
          <p:nvPr>
            <p:ph type="sldNum" sz="quarter" idx="12"/>
          </p:nvPr>
        </p:nvSpPr>
        <p:spPr>
          <a:ln/>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1387402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Content Placeholder 2"/>
          <p:cNvSpPr>
            <a:spLocks noGrp="1"/>
          </p:cNvSpPr>
          <p:nvPr>
            <p:ph sz="half" idx="1"/>
          </p:nvPr>
        </p:nvSpPr>
        <p:spPr>
          <a:xfrm>
            <a:off x="838200" y="1828800"/>
            <a:ext cx="3770313" cy="4257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p:cNvSpPr>
            <a:spLocks noGrp="1"/>
          </p:cNvSpPr>
          <p:nvPr>
            <p:ph sz="half" idx="2"/>
          </p:nvPr>
        </p:nvSpPr>
        <p:spPr>
          <a:xfrm>
            <a:off x="4760913" y="1828800"/>
            <a:ext cx="3770312" cy="4257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Rectangle 11"/>
          <p:cNvSpPr>
            <a:spLocks noGrp="1" noChangeArrowheads="1"/>
          </p:cNvSpPr>
          <p:nvPr>
            <p:ph type="dt" sz="half" idx="10"/>
          </p:nvPr>
        </p:nvSpPr>
        <p:spPr>
          <a:ln/>
        </p:spPr>
        <p:txBody>
          <a:bodyPr/>
          <a:lstStyle>
            <a:lvl1pPr>
              <a:defRPr/>
            </a:lvl1pPr>
          </a:lstStyle>
          <a:p>
            <a:fld id="{19BF1AC6-D369-4639-99E9-4FF457440EA0}" type="datetime1">
              <a:rPr lang="en-US" smtClean="0"/>
              <a:t>12/2/2025</a:t>
            </a:fld>
            <a:endParaRPr lang="en-US"/>
          </a:p>
        </p:txBody>
      </p:sp>
      <p:sp>
        <p:nvSpPr>
          <p:cNvPr id="6" name="Rectangle 12"/>
          <p:cNvSpPr>
            <a:spLocks noGrp="1" noChangeArrowheads="1"/>
          </p:cNvSpPr>
          <p:nvPr>
            <p:ph type="ftr" sz="quarter" idx="11"/>
          </p:nvPr>
        </p:nvSpPr>
        <p:spPr>
          <a:ln/>
        </p:spPr>
        <p:txBody>
          <a:bodyPr/>
          <a:lstStyle>
            <a:lvl1pPr>
              <a:defRPr/>
            </a:lvl1pPr>
          </a:lstStyle>
          <a:p>
            <a:endParaRPr lang="en-US"/>
          </a:p>
        </p:txBody>
      </p:sp>
      <p:sp>
        <p:nvSpPr>
          <p:cNvPr id="7" name="Rectangle 13"/>
          <p:cNvSpPr>
            <a:spLocks noGrp="1" noChangeArrowheads="1"/>
          </p:cNvSpPr>
          <p:nvPr>
            <p:ph type="sldNum" sz="quarter" idx="12"/>
          </p:nvPr>
        </p:nvSpPr>
        <p:spPr>
          <a:ln/>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122123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en-IE"/>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Rectangle 11"/>
          <p:cNvSpPr>
            <a:spLocks noGrp="1" noChangeArrowheads="1"/>
          </p:cNvSpPr>
          <p:nvPr>
            <p:ph type="dt" sz="half" idx="10"/>
          </p:nvPr>
        </p:nvSpPr>
        <p:spPr>
          <a:ln/>
        </p:spPr>
        <p:txBody>
          <a:bodyPr/>
          <a:lstStyle>
            <a:lvl1pPr>
              <a:defRPr/>
            </a:lvl1pPr>
          </a:lstStyle>
          <a:p>
            <a:fld id="{ABCFB202-6EFB-4907-8D9D-680BD149527A}" type="datetime1">
              <a:rPr lang="en-US" smtClean="0"/>
              <a:t>12/2/2025</a:t>
            </a:fld>
            <a:endParaRPr lang="en-US"/>
          </a:p>
        </p:txBody>
      </p:sp>
      <p:sp>
        <p:nvSpPr>
          <p:cNvPr id="8" name="Rectangle 12"/>
          <p:cNvSpPr>
            <a:spLocks noGrp="1" noChangeArrowheads="1"/>
          </p:cNvSpPr>
          <p:nvPr>
            <p:ph type="ftr" sz="quarter" idx="11"/>
          </p:nvPr>
        </p:nvSpPr>
        <p:spPr>
          <a:ln/>
        </p:spPr>
        <p:txBody>
          <a:bodyPr/>
          <a:lstStyle>
            <a:lvl1pPr>
              <a:defRPr/>
            </a:lvl1pPr>
          </a:lstStyle>
          <a:p>
            <a:endParaRPr lang="en-US"/>
          </a:p>
        </p:txBody>
      </p:sp>
      <p:sp>
        <p:nvSpPr>
          <p:cNvPr id="9" name="Rectangle 13"/>
          <p:cNvSpPr>
            <a:spLocks noGrp="1" noChangeArrowheads="1"/>
          </p:cNvSpPr>
          <p:nvPr>
            <p:ph type="sldNum" sz="quarter" idx="12"/>
          </p:nvPr>
        </p:nvSpPr>
        <p:spPr>
          <a:ln/>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2187460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Rectangle 11"/>
          <p:cNvSpPr>
            <a:spLocks noGrp="1" noChangeArrowheads="1"/>
          </p:cNvSpPr>
          <p:nvPr>
            <p:ph type="dt" sz="half" idx="10"/>
          </p:nvPr>
        </p:nvSpPr>
        <p:spPr>
          <a:ln/>
        </p:spPr>
        <p:txBody>
          <a:bodyPr/>
          <a:lstStyle>
            <a:lvl1pPr>
              <a:defRPr/>
            </a:lvl1pPr>
          </a:lstStyle>
          <a:p>
            <a:fld id="{A762A42C-DE72-47AA-BBAF-B081607E035C}" type="datetime1">
              <a:rPr lang="en-US" smtClean="0"/>
              <a:t>12/2/2025</a:t>
            </a:fld>
            <a:endParaRPr lang="en-US"/>
          </a:p>
        </p:txBody>
      </p:sp>
      <p:sp>
        <p:nvSpPr>
          <p:cNvPr id="4" name="Rectangle 12"/>
          <p:cNvSpPr>
            <a:spLocks noGrp="1" noChangeArrowheads="1"/>
          </p:cNvSpPr>
          <p:nvPr>
            <p:ph type="ftr" sz="quarter" idx="11"/>
          </p:nvPr>
        </p:nvSpPr>
        <p:spPr>
          <a:ln/>
        </p:spPr>
        <p:txBody>
          <a:bodyPr/>
          <a:lstStyle>
            <a:lvl1pPr>
              <a:defRPr/>
            </a:lvl1pPr>
          </a:lstStyle>
          <a:p>
            <a:endParaRPr lang="en-US"/>
          </a:p>
        </p:txBody>
      </p:sp>
      <p:sp>
        <p:nvSpPr>
          <p:cNvPr id="5" name="Rectangle 13"/>
          <p:cNvSpPr>
            <a:spLocks noGrp="1" noChangeArrowheads="1"/>
          </p:cNvSpPr>
          <p:nvPr>
            <p:ph type="sldNum" sz="quarter" idx="12"/>
          </p:nvPr>
        </p:nvSpPr>
        <p:spPr>
          <a:ln/>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7339051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a:ln/>
        </p:spPr>
        <p:txBody>
          <a:bodyPr/>
          <a:lstStyle>
            <a:lvl1pPr>
              <a:defRPr/>
            </a:lvl1pPr>
          </a:lstStyle>
          <a:p>
            <a:fld id="{DB5CFB85-5351-4D3E-B4CE-B0F17214F29F}" type="datetime1">
              <a:rPr lang="en-US" smtClean="0"/>
              <a:t>12/2/2025</a:t>
            </a:fld>
            <a:endParaRPr lang="en-US"/>
          </a:p>
        </p:txBody>
      </p:sp>
      <p:sp>
        <p:nvSpPr>
          <p:cNvPr id="3" name="Rectangle 12"/>
          <p:cNvSpPr>
            <a:spLocks noGrp="1" noChangeArrowheads="1"/>
          </p:cNvSpPr>
          <p:nvPr>
            <p:ph type="ftr" sz="quarter" idx="11"/>
          </p:nvPr>
        </p:nvSpPr>
        <p:spPr>
          <a:ln/>
        </p:spPr>
        <p:txBody>
          <a:bodyPr/>
          <a:lstStyle>
            <a:lvl1pPr>
              <a:defRPr/>
            </a:lvl1pPr>
          </a:lstStyle>
          <a:p>
            <a:endParaRPr lang="en-US"/>
          </a:p>
        </p:txBody>
      </p:sp>
      <p:sp>
        <p:nvSpPr>
          <p:cNvPr id="4" name="Rectangle 13"/>
          <p:cNvSpPr>
            <a:spLocks noGrp="1" noChangeArrowheads="1"/>
          </p:cNvSpPr>
          <p:nvPr>
            <p:ph type="sldNum" sz="quarter" idx="12"/>
          </p:nvPr>
        </p:nvSpPr>
        <p:spPr>
          <a:ln/>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6784930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lstStyle>
            <a:lvl1pPr>
              <a:defRPr sz="3200"/>
            </a:lvl1pPr>
          </a:lstStyle>
          <a:p>
            <a:r>
              <a:rPr lang="en-US"/>
              <a:t>Click to edit Master title style</a:t>
            </a:r>
            <a:endParaRPr lang="en-IE"/>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11"/>
          <p:cNvSpPr>
            <a:spLocks noGrp="1" noChangeArrowheads="1"/>
          </p:cNvSpPr>
          <p:nvPr>
            <p:ph type="dt" sz="half" idx="10"/>
          </p:nvPr>
        </p:nvSpPr>
        <p:spPr>
          <a:ln/>
        </p:spPr>
        <p:txBody>
          <a:bodyPr/>
          <a:lstStyle>
            <a:lvl1pPr>
              <a:defRPr/>
            </a:lvl1pPr>
          </a:lstStyle>
          <a:p>
            <a:fld id="{16A57C7F-E9A1-4E64-8A30-05C3992913B8}" type="datetime1">
              <a:rPr lang="en-US" smtClean="0"/>
              <a:t>12/2/2025</a:t>
            </a:fld>
            <a:endParaRPr lang="en-US"/>
          </a:p>
        </p:txBody>
      </p:sp>
      <p:sp>
        <p:nvSpPr>
          <p:cNvPr id="6" name="Rectangle 12"/>
          <p:cNvSpPr>
            <a:spLocks noGrp="1" noChangeArrowheads="1"/>
          </p:cNvSpPr>
          <p:nvPr>
            <p:ph type="ftr" sz="quarter" idx="11"/>
          </p:nvPr>
        </p:nvSpPr>
        <p:spPr>
          <a:ln/>
        </p:spPr>
        <p:txBody>
          <a:bodyPr/>
          <a:lstStyle>
            <a:lvl1pPr>
              <a:defRPr/>
            </a:lvl1pPr>
          </a:lstStyle>
          <a:p>
            <a:endParaRPr lang="en-US"/>
          </a:p>
        </p:txBody>
      </p:sp>
      <p:sp>
        <p:nvSpPr>
          <p:cNvPr id="7" name="Rectangle 13"/>
          <p:cNvSpPr>
            <a:spLocks noGrp="1" noChangeArrowheads="1"/>
          </p:cNvSpPr>
          <p:nvPr>
            <p:ph type="sldNum" sz="quarter" idx="12"/>
          </p:nvPr>
        </p:nvSpPr>
        <p:spPr>
          <a:ln/>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1814355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lstStyle>
            <a:lvl1pPr>
              <a:defRPr sz="3200"/>
            </a:lvl1pPr>
          </a:lstStyle>
          <a:p>
            <a:r>
              <a:rPr lang="en-US"/>
              <a:t>Click to edit Master title style</a:t>
            </a:r>
            <a:endParaRPr lang="en-IE"/>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IE"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11"/>
          <p:cNvSpPr>
            <a:spLocks noGrp="1" noChangeArrowheads="1"/>
          </p:cNvSpPr>
          <p:nvPr>
            <p:ph type="dt" sz="half" idx="10"/>
          </p:nvPr>
        </p:nvSpPr>
        <p:spPr>
          <a:ln/>
        </p:spPr>
        <p:txBody>
          <a:bodyPr/>
          <a:lstStyle>
            <a:lvl1pPr>
              <a:defRPr/>
            </a:lvl1pPr>
          </a:lstStyle>
          <a:p>
            <a:fld id="{3D8E544F-E88E-4EB1-8D10-5091A0506034}" type="datetime1">
              <a:rPr lang="en-US" smtClean="0"/>
              <a:t>12/2/2025</a:t>
            </a:fld>
            <a:endParaRPr lang="en-US"/>
          </a:p>
        </p:txBody>
      </p:sp>
      <p:sp>
        <p:nvSpPr>
          <p:cNvPr id="6" name="Rectangle 12"/>
          <p:cNvSpPr>
            <a:spLocks noGrp="1" noChangeArrowheads="1"/>
          </p:cNvSpPr>
          <p:nvPr>
            <p:ph type="ftr" sz="quarter" idx="11"/>
          </p:nvPr>
        </p:nvSpPr>
        <p:spPr>
          <a:ln/>
        </p:spPr>
        <p:txBody>
          <a:bodyPr/>
          <a:lstStyle>
            <a:lvl1pPr>
              <a:defRPr/>
            </a:lvl1pPr>
          </a:lstStyle>
          <a:p>
            <a:endParaRPr lang="en-US"/>
          </a:p>
        </p:txBody>
      </p:sp>
      <p:sp>
        <p:nvSpPr>
          <p:cNvPr id="7" name="Rectangle 13"/>
          <p:cNvSpPr>
            <a:spLocks noGrp="1" noChangeArrowheads="1"/>
          </p:cNvSpPr>
          <p:nvPr>
            <p:ph type="sldNum" sz="quarter" idx="12"/>
          </p:nvPr>
        </p:nvSpPr>
        <p:spPr>
          <a:ln/>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840137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Rectangle 11"/>
          <p:cNvSpPr>
            <a:spLocks noGrp="1" noChangeArrowheads="1"/>
          </p:cNvSpPr>
          <p:nvPr>
            <p:ph type="dt" sz="half" idx="10"/>
          </p:nvPr>
        </p:nvSpPr>
        <p:spPr>
          <a:ln/>
        </p:spPr>
        <p:txBody>
          <a:bodyPr/>
          <a:lstStyle>
            <a:lvl1pPr>
              <a:defRPr/>
            </a:lvl1pPr>
          </a:lstStyle>
          <a:p>
            <a:fld id="{33DE2F5F-ADB1-4FC5-9086-0BE59847FEFA}" type="datetime1">
              <a:rPr lang="en-US" smtClean="0"/>
              <a:t>12/2/2025</a:t>
            </a:fld>
            <a:endParaRPr lang="en-US"/>
          </a:p>
        </p:txBody>
      </p:sp>
      <p:sp>
        <p:nvSpPr>
          <p:cNvPr id="5" name="Rectangle 12"/>
          <p:cNvSpPr>
            <a:spLocks noGrp="1" noChangeArrowheads="1"/>
          </p:cNvSpPr>
          <p:nvPr>
            <p:ph type="ftr" sz="quarter" idx="11"/>
          </p:nvPr>
        </p:nvSpPr>
        <p:spPr>
          <a:ln/>
        </p:spPr>
        <p:txBody>
          <a:bodyPr/>
          <a:lstStyle>
            <a:lvl1pPr>
              <a:defRPr/>
            </a:lvl1pPr>
          </a:lstStyle>
          <a:p>
            <a:endParaRPr lang="en-US"/>
          </a:p>
        </p:txBody>
      </p:sp>
      <p:sp>
        <p:nvSpPr>
          <p:cNvPr id="6" name="Rectangle 13"/>
          <p:cNvSpPr>
            <a:spLocks noGrp="1" noChangeArrowheads="1"/>
          </p:cNvSpPr>
          <p:nvPr>
            <p:ph type="sldNum" sz="quarter" idx="12"/>
          </p:nvPr>
        </p:nvSpPr>
        <p:spPr>
          <a:ln/>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8241770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05600" y="762000"/>
            <a:ext cx="1981200" cy="5324475"/>
          </a:xfrm>
        </p:spPr>
        <p:txBody>
          <a:bodyPr vert="eaVert"/>
          <a:lstStyle/>
          <a:p>
            <a:r>
              <a:rPr lang="en-US"/>
              <a:t>Click to edit Master title style</a:t>
            </a:r>
            <a:endParaRPr lang="en-IE"/>
          </a:p>
        </p:txBody>
      </p:sp>
      <p:sp>
        <p:nvSpPr>
          <p:cNvPr id="3" name="Vertical Text Placeholder 2"/>
          <p:cNvSpPr>
            <a:spLocks noGrp="1"/>
          </p:cNvSpPr>
          <p:nvPr>
            <p:ph type="body" orient="vert" idx="1"/>
          </p:nvPr>
        </p:nvSpPr>
        <p:spPr>
          <a:xfrm>
            <a:off x="762000" y="762000"/>
            <a:ext cx="5791200" cy="53244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Rectangle 11"/>
          <p:cNvSpPr>
            <a:spLocks noGrp="1" noChangeArrowheads="1"/>
          </p:cNvSpPr>
          <p:nvPr>
            <p:ph type="dt" sz="half" idx="10"/>
          </p:nvPr>
        </p:nvSpPr>
        <p:spPr>
          <a:ln/>
        </p:spPr>
        <p:txBody>
          <a:bodyPr/>
          <a:lstStyle>
            <a:lvl1pPr>
              <a:defRPr/>
            </a:lvl1pPr>
          </a:lstStyle>
          <a:p>
            <a:fld id="{710825EC-483B-45E9-8C22-E036CF677E1E}" type="datetime1">
              <a:rPr lang="en-US" smtClean="0"/>
              <a:t>12/2/2025</a:t>
            </a:fld>
            <a:endParaRPr lang="en-US"/>
          </a:p>
        </p:txBody>
      </p:sp>
      <p:sp>
        <p:nvSpPr>
          <p:cNvPr id="5" name="Rectangle 12"/>
          <p:cNvSpPr>
            <a:spLocks noGrp="1" noChangeArrowheads="1"/>
          </p:cNvSpPr>
          <p:nvPr>
            <p:ph type="ftr" sz="quarter" idx="11"/>
          </p:nvPr>
        </p:nvSpPr>
        <p:spPr>
          <a:ln/>
        </p:spPr>
        <p:txBody>
          <a:bodyPr/>
          <a:lstStyle>
            <a:lvl1pPr>
              <a:defRPr/>
            </a:lvl1pPr>
          </a:lstStyle>
          <a:p>
            <a:endParaRPr lang="en-US"/>
          </a:p>
        </p:txBody>
      </p:sp>
      <p:sp>
        <p:nvSpPr>
          <p:cNvPr id="6" name="Rectangle 13"/>
          <p:cNvSpPr>
            <a:spLocks noGrp="1" noChangeArrowheads="1"/>
          </p:cNvSpPr>
          <p:nvPr>
            <p:ph type="sldNum" sz="quarter" idx="12"/>
          </p:nvPr>
        </p:nvSpPr>
        <p:spPr>
          <a:ln/>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9661294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32" name="Group 3"/>
          <p:cNvGrpSpPr>
            <a:grpSpLocks/>
          </p:cNvGrpSpPr>
          <p:nvPr/>
        </p:nvGrpSpPr>
        <p:grpSpPr bwMode="auto">
          <a:xfrm>
            <a:off x="0" y="0"/>
            <a:ext cx="3200400" cy="6858000"/>
            <a:chOff x="0" y="0"/>
            <a:chExt cx="2016" cy="4320"/>
          </a:xfrm>
        </p:grpSpPr>
        <p:sp>
          <p:nvSpPr>
            <p:cNvPr id="1036" name="Rectangle 4"/>
            <p:cNvSpPr>
              <a:spLocks noChangeArrowheads="1"/>
            </p:cNvSpPr>
            <p:nvPr/>
          </p:nvSpPr>
          <p:spPr bwMode="auto">
            <a:xfrm>
              <a:off x="0" y="0"/>
              <a:ext cx="480" cy="4320"/>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IE" altLang="en-US"/>
            </a:p>
          </p:txBody>
        </p:sp>
        <p:sp>
          <p:nvSpPr>
            <p:cNvPr id="1037" name="Freeform 5"/>
            <p:cNvSpPr>
              <a:spLocks/>
            </p:cNvSpPr>
            <p:nvPr/>
          </p:nvSpPr>
          <p:spPr bwMode="auto">
            <a:xfrm>
              <a:off x="288" y="0"/>
              <a:ext cx="1728" cy="735"/>
            </a:xfrm>
            <a:custGeom>
              <a:avLst/>
              <a:gdLst>
                <a:gd name="T0" fmla="*/ 1728 w 1728"/>
                <a:gd name="T1" fmla="*/ 0 h 735"/>
                <a:gd name="T2" fmla="*/ 1728 w 1728"/>
                <a:gd name="T3" fmla="*/ 480 h 735"/>
                <a:gd name="T4" fmla="*/ 380 w 1728"/>
                <a:gd name="T5" fmla="*/ 482 h 735"/>
                <a:gd name="T6" fmla="*/ 354 w 1728"/>
                <a:gd name="T7" fmla="*/ 480 h 735"/>
                <a:gd name="T8" fmla="*/ 308 w 1728"/>
                <a:gd name="T9" fmla="*/ 489 h 735"/>
                <a:gd name="T10" fmla="*/ 246 w 1728"/>
                <a:gd name="T11" fmla="*/ 531 h 735"/>
                <a:gd name="T12" fmla="*/ 206 w 1728"/>
                <a:gd name="T13" fmla="*/ 597 h 735"/>
                <a:gd name="T14" fmla="*/ 192 w 1728"/>
                <a:gd name="T15" fmla="*/ 666 h 735"/>
                <a:gd name="T16" fmla="*/ 192 w 1728"/>
                <a:gd name="T17" fmla="*/ 735 h 735"/>
                <a:gd name="T18" fmla="*/ 0 w 1728"/>
                <a:gd name="T19" fmla="*/ 735 h 735"/>
                <a:gd name="T20" fmla="*/ 0 w 1728"/>
                <a:gd name="T21" fmla="*/ 480 h 735"/>
                <a:gd name="T22" fmla="*/ 0 w 1728"/>
                <a:gd name="T23" fmla="*/ 0 h 735"/>
                <a:gd name="T24" fmla="*/ 1728 w 1728"/>
                <a:gd name="T25" fmla="*/ 0 h 73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8" h="735">
                  <a:moveTo>
                    <a:pt x="1728" y="0"/>
                  </a:moveTo>
                  <a:lnTo>
                    <a:pt x="1728" y="480"/>
                  </a:lnTo>
                  <a:lnTo>
                    <a:pt x="380" y="482"/>
                  </a:lnTo>
                  <a:lnTo>
                    <a:pt x="354" y="480"/>
                  </a:lnTo>
                  <a:lnTo>
                    <a:pt x="308" y="489"/>
                  </a:lnTo>
                  <a:cubicBezTo>
                    <a:pt x="290" y="498"/>
                    <a:pt x="263" y="513"/>
                    <a:pt x="246" y="531"/>
                  </a:cubicBezTo>
                  <a:cubicBezTo>
                    <a:pt x="229" y="549"/>
                    <a:pt x="215" y="574"/>
                    <a:pt x="206" y="597"/>
                  </a:cubicBezTo>
                  <a:cubicBezTo>
                    <a:pt x="197" y="620"/>
                    <a:pt x="194" y="643"/>
                    <a:pt x="192" y="666"/>
                  </a:cubicBezTo>
                  <a:lnTo>
                    <a:pt x="192" y="735"/>
                  </a:lnTo>
                  <a:lnTo>
                    <a:pt x="0" y="735"/>
                  </a:lnTo>
                  <a:lnTo>
                    <a:pt x="0" y="480"/>
                  </a:lnTo>
                  <a:lnTo>
                    <a:pt x="0" y="0"/>
                  </a:lnTo>
                  <a:lnTo>
                    <a:pt x="1728" y="0"/>
                  </a:lnTo>
                  <a:close/>
                </a:path>
              </a:pathLst>
            </a:custGeom>
            <a:solidFill>
              <a:schemeClr val="accent2"/>
            </a:solidFill>
            <a:ln>
              <a:noFill/>
            </a:ln>
            <a:effectLst/>
            <a:extLs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E"/>
            </a:p>
          </p:txBody>
        </p:sp>
      </p:grpSp>
      <p:sp>
        <p:nvSpPr>
          <p:cNvPr id="1027" name="AutoShape 9"/>
          <p:cNvSpPr>
            <a:spLocks noGrp="1" noChangeArrowheads="1"/>
          </p:cNvSpPr>
          <p:nvPr>
            <p:ph type="title"/>
          </p:nvPr>
        </p:nvSpPr>
        <p:spPr bwMode="auto">
          <a:xfrm>
            <a:off x="753035" y="200025"/>
            <a:ext cx="7924800" cy="1143000"/>
          </a:xfrm>
          <a:prstGeom prst="roundRect">
            <a:avLst>
              <a:gd name="adj" fmla="val 21667"/>
            </a:avLst>
          </a:prstGeom>
          <a:solidFill>
            <a:schemeClr val="bg1"/>
          </a:solidFill>
          <a:ln>
            <a:noFill/>
          </a:ln>
          <a:effectLst/>
        </p:spPr>
        <p:txBody>
          <a:bodyPr vert="horz" wrap="square" lIns="91440" tIns="45720" rIns="91440" bIns="45720" numCol="1" anchor="b" anchorCtr="0" compatLnSpc="1">
            <a:prstTxWarp prst="textNoShape">
              <a:avLst/>
            </a:prstTxWarp>
          </a:bodyPr>
          <a:lstStyle/>
          <a:p>
            <a:pPr lvl="0"/>
            <a:r>
              <a:rPr lang="en-US" altLang="en-US"/>
              <a:t>Click to edit Master title style</a:t>
            </a:r>
            <a:endParaRPr lang="en-GB" altLang="en-US"/>
          </a:p>
        </p:txBody>
      </p:sp>
      <p:sp>
        <p:nvSpPr>
          <p:cNvPr id="1028" name="Rectangle 10"/>
          <p:cNvSpPr>
            <a:spLocks noGrp="1" noChangeArrowheads="1"/>
          </p:cNvSpPr>
          <p:nvPr>
            <p:ph type="body" idx="1"/>
          </p:nvPr>
        </p:nvSpPr>
        <p:spPr bwMode="auto">
          <a:xfrm>
            <a:off x="838200" y="2362200"/>
            <a:ext cx="7693025" cy="3724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GB" altLang="en-US"/>
          </a:p>
        </p:txBody>
      </p:sp>
      <p:sp>
        <p:nvSpPr>
          <p:cNvPr id="31755" name="Rectangle 11"/>
          <p:cNvSpPr>
            <a:spLocks noGrp="1" noChangeArrowheads="1"/>
          </p:cNvSpPr>
          <p:nvPr>
            <p:ph type="dt" sz="half" idx="2"/>
          </p:nvPr>
        </p:nvSpPr>
        <p:spPr bwMode="auto">
          <a:xfrm>
            <a:off x="2438400" y="6248400"/>
            <a:ext cx="2130425" cy="474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400"/>
            </a:lvl1pPr>
          </a:lstStyle>
          <a:p>
            <a:fld id="{B2BBC70F-B5CB-4B78-BD55-A2A1CC49D82A}" type="datetime1">
              <a:rPr lang="en-US" smtClean="0"/>
              <a:t>12/2/2025</a:t>
            </a:fld>
            <a:endParaRPr lang="en-US"/>
          </a:p>
        </p:txBody>
      </p:sp>
      <p:sp>
        <p:nvSpPr>
          <p:cNvPr id="31756" name="Rectangle 12"/>
          <p:cNvSpPr>
            <a:spLocks noGrp="1" noChangeArrowheads="1"/>
          </p:cNvSpPr>
          <p:nvPr>
            <p:ph type="ftr" sz="quarter" idx="3"/>
          </p:nvPr>
        </p:nvSpPr>
        <p:spPr bwMode="auto">
          <a:xfrm>
            <a:off x="5791200" y="6248400"/>
            <a:ext cx="2897188" cy="474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defRPr sz="1400"/>
            </a:lvl1pPr>
          </a:lstStyle>
          <a:p>
            <a:endParaRPr lang="en-US"/>
          </a:p>
        </p:txBody>
      </p:sp>
      <p:sp>
        <p:nvSpPr>
          <p:cNvPr id="31757" name="Rectangle 13"/>
          <p:cNvSpPr>
            <a:spLocks noGrp="1" noChangeArrowheads="1"/>
          </p:cNvSpPr>
          <p:nvPr>
            <p:ph type="sldNum" sz="quarter" idx="4"/>
          </p:nvPr>
        </p:nvSpPr>
        <p:spPr bwMode="auto">
          <a:xfrm>
            <a:off x="84138" y="6242050"/>
            <a:ext cx="587375"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1" compatLnSpc="1">
            <a:prstTxWarp prst="textNoShape">
              <a:avLst/>
            </a:prstTxWarp>
          </a:bodyPr>
          <a:lstStyle>
            <a:lvl1pPr eaLnBrk="1" hangingPunct="1">
              <a:defRPr sz="2600" b="1">
                <a:solidFill>
                  <a:schemeClr val="bg1"/>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88132201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rtl="0" eaLnBrk="1" fontAlgn="base" hangingPunct="1">
        <a:lnSpc>
          <a:spcPct val="90000"/>
        </a:lnSpc>
        <a:spcBef>
          <a:spcPct val="0"/>
        </a:spcBef>
        <a:spcAft>
          <a:spcPct val="0"/>
        </a:spcAft>
        <a:defRPr sz="3600" b="1" kern="1200">
          <a:solidFill>
            <a:schemeClr val="tx2"/>
          </a:solidFill>
          <a:latin typeface="+mj-lt"/>
          <a:ea typeface="+mj-ea"/>
          <a:cs typeface="+mj-cs"/>
        </a:defRPr>
      </a:lvl1pPr>
      <a:lvl2pPr algn="l" rtl="0" eaLnBrk="1" fontAlgn="base" hangingPunct="1">
        <a:lnSpc>
          <a:spcPct val="90000"/>
        </a:lnSpc>
        <a:spcBef>
          <a:spcPct val="0"/>
        </a:spcBef>
        <a:spcAft>
          <a:spcPct val="0"/>
        </a:spcAft>
        <a:defRPr sz="3600" b="1">
          <a:solidFill>
            <a:schemeClr val="tx2"/>
          </a:solidFill>
          <a:latin typeface="Arial" panose="020B0604020202020204" pitchFamily="34" charset="0"/>
        </a:defRPr>
      </a:lvl2pPr>
      <a:lvl3pPr algn="l" rtl="0" eaLnBrk="1" fontAlgn="base" hangingPunct="1">
        <a:lnSpc>
          <a:spcPct val="90000"/>
        </a:lnSpc>
        <a:spcBef>
          <a:spcPct val="0"/>
        </a:spcBef>
        <a:spcAft>
          <a:spcPct val="0"/>
        </a:spcAft>
        <a:defRPr sz="3600" b="1">
          <a:solidFill>
            <a:schemeClr val="tx2"/>
          </a:solidFill>
          <a:latin typeface="Arial" panose="020B0604020202020204" pitchFamily="34" charset="0"/>
        </a:defRPr>
      </a:lvl3pPr>
      <a:lvl4pPr algn="l" rtl="0" eaLnBrk="1" fontAlgn="base" hangingPunct="1">
        <a:lnSpc>
          <a:spcPct val="90000"/>
        </a:lnSpc>
        <a:spcBef>
          <a:spcPct val="0"/>
        </a:spcBef>
        <a:spcAft>
          <a:spcPct val="0"/>
        </a:spcAft>
        <a:defRPr sz="3600" b="1">
          <a:solidFill>
            <a:schemeClr val="tx2"/>
          </a:solidFill>
          <a:latin typeface="Arial" panose="020B0604020202020204" pitchFamily="34" charset="0"/>
        </a:defRPr>
      </a:lvl4pPr>
      <a:lvl5pPr algn="l" rtl="0" eaLnBrk="1" fontAlgn="base" hangingPunct="1">
        <a:lnSpc>
          <a:spcPct val="90000"/>
        </a:lnSpc>
        <a:spcBef>
          <a:spcPct val="0"/>
        </a:spcBef>
        <a:spcAft>
          <a:spcPct val="0"/>
        </a:spcAft>
        <a:defRPr sz="3600" b="1">
          <a:solidFill>
            <a:schemeClr val="tx2"/>
          </a:solidFill>
          <a:latin typeface="Arial" panose="020B0604020202020204" pitchFamily="34" charset="0"/>
        </a:defRPr>
      </a:lvl5pPr>
      <a:lvl6pPr marL="457200" algn="l" rtl="0" eaLnBrk="1" fontAlgn="base" hangingPunct="1">
        <a:lnSpc>
          <a:spcPct val="90000"/>
        </a:lnSpc>
        <a:spcBef>
          <a:spcPct val="0"/>
        </a:spcBef>
        <a:spcAft>
          <a:spcPct val="0"/>
        </a:spcAft>
        <a:defRPr sz="3600" b="1">
          <a:solidFill>
            <a:schemeClr val="tx2"/>
          </a:solidFill>
          <a:latin typeface="Arial" panose="020B0604020202020204" pitchFamily="34" charset="0"/>
        </a:defRPr>
      </a:lvl6pPr>
      <a:lvl7pPr marL="914400" algn="l" rtl="0" eaLnBrk="1" fontAlgn="base" hangingPunct="1">
        <a:lnSpc>
          <a:spcPct val="90000"/>
        </a:lnSpc>
        <a:spcBef>
          <a:spcPct val="0"/>
        </a:spcBef>
        <a:spcAft>
          <a:spcPct val="0"/>
        </a:spcAft>
        <a:defRPr sz="3600" b="1">
          <a:solidFill>
            <a:schemeClr val="tx2"/>
          </a:solidFill>
          <a:latin typeface="Arial" panose="020B0604020202020204" pitchFamily="34" charset="0"/>
        </a:defRPr>
      </a:lvl7pPr>
      <a:lvl8pPr marL="1371600" algn="l" rtl="0" eaLnBrk="1" fontAlgn="base" hangingPunct="1">
        <a:lnSpc>
          <a:spcPct val="90000"/>
        </a:lnSpc>
        <a:spcBef>
          <a:spcPct val="0"/>
        </a:spcBef>
        <a:spcAft>
          <a:spcPct val="0"/>
        </a:spcAft>
        <a:defRPr sz="3600" b="1">
          <a:solidFill>
            <a:schemeClr val="tx2"/>
          </a:solidFill>
          <a:latin typeface="Arial" panose="020B0604020202020204" pitchFamily="34" charset="0"/>
        </a:defRPr>
      </a:lvl8pPr>
      <a:lvl9pPr marL="1828800" algn="l" rtl="0" eaLnBrk="1" fontAlgn="base" hangingPunct="1">
        <a:lnSpc>
          <a:spcPct val="90000"/>
        </a:lnSpc>
        <a:spcBef>
          <a:spcPct val="0"/>
        </a:spcBef>
        <a:spcAft>
          <a:spcPct val="0"/>
        </a:spcAft>
        <a:defRPr sz="3600" b="1">
          <a:solidFill>
            <a:schemeClr val="tx2"/>
          </a:solidFill>
          <a:latin typeface="Arial" panose="020B0604020202020204" pitchFamily="34" charset="0"/>
        </a:defRPr>
      </a:lvl9pPr>
    </p:titleStyle>
    <p:bodyStyle>
      <a:lvl1pPr marL="342900" indent="-342900" algn="l" rtl="0" eaLnBrk="1" fontAlgn="base" hangingPunct="1">
        <a:spcBef>
          <a:spcPct val="20000"/>
        </a:spcBef>
        <a:spcAft>
          <a:spcPct val="0"/>
        </a:spcAft>
        <a:buClr>
          <a:schemeClr val="tx1"/>
        </a:buClr>
        <a:buSzPct val="75000"/>
        <a:buFont typeface="Wingdings" panose="05000000000000000000" pitchFamily="2" charset="2"/>
        <a:buChar char="l"/>
        <a:defRPr sz="2800" kern="1200">
          <a:solidFill>
            <a:schemeClr val="tx1"/>
          </a:solidFill>
          <a:latin typeface="+mn-lt"/>
          <a:ea typeface="+mn-ea"/>
          <a:cs typeface="+mn-cs"/>
        </a:defRPr>
      </a:lvl1pPr>
      <a:lvl2pPr marL="742950" indent="-285750" algn="l" rtl="0" eaLnBrk="1" fontAlgn="base" hangingPunct="1">
        <a:spcBef>
          <a:spcPct val="20000"/>
        </a:spcBef>
        <a:spcAft>
          <a:spcPct val="0"/>
        </a:spcAft>
        <a:buClr>
          <a:schemeClr val="tx1"/>
        </a:buClr>
        <a:buSzPct val="75000"/>
        <a:buChar char="–"/>
        <a:defRPr sz="2400" kern="1200">
          <a:solidFill>
            <a:schemeClr val="tx1"/>
          </a:solidFill>
          <a:latin typeface="+mn-lt"/>
          <a:ea typeface="+mn-ea"/>
          <a:cs typeface="+mn-cs"/>
        </a:defRPr>
      </a:lvl2pPr>
      <a:lvl3pPr marL="1143000" indent="-228600" algn="l" rtl="0" eaLnBrk="1" fontAlgn="base" hangingPunct="1">
        <a:spcBef>
          <a:spcPct val="20000"/>
        </a:spcBef>
        <a:spcAft>
          <a:spcPct val="0"/>
        </a:spcAft>
        <a:buClr>
          <a:schemeClr val="tx1"/>
        </a:buClr>
        <a:buSzPct val="75000"/>
        <a:buFont typeface="Wingdings" panose="05000000000000000000" pitchFamily="2" charset="2"/>
        <a:buChar char="l"/>
        <a:defRPr sz="2000" kern="1200">
          <a:solidFill>
            <a:schemeClr val="tx1"/>
          </a:solidFill>
          <a:latin typeface="+mn-lt"/>
          <a:ea typeface="+mn-ea"/>
          <a:cs typeface="+mn-cs"/>
        </a:defRPr>
      </a:lvl3pPr>
      <a:lvl4pPr marL="1600200" indent="-228600" algn="l" rtl="0" eaLnBrk="1" fontAlgn="base" hangingPunct="1">
        <a:spcBef>
          <a:spcPct val="20000"/>
        </a:spcBef>
        <a:spcAft>
          <a:spcPct val="0"/>
        </a:spcAft>
        <a:buClr>
          <a:schemeClr val="tx1"/>
        </a:buClr>
        <a:buSzPct val="80000"/>
        <a:buChar char="–"/>
        <a:defRPr kern="1200">
          <a:solidFill>
            <a:schemeClr val="tx1"/>
          </a:solidFill>
          <a:latin typeface="+mn-lt"/>
          <a:ea typeface="+mn-ea"/>
          <a:cs typeface="+mn-cs"/>
        </a:defRPr>
      </a:lvl4pPr>
      <a:lvl5pPr marL="2057400" indent="-228600" algn="l" rtl="0" eaLnBrk="1" fontAlgn="base" hangingPunct="1">
        <a:spcBef>
          <a:spcPct val="20000"/>
        </a:spcBef>
        <a:spcAft>
          <a:spcPct val="0"/>
        </a:spcAft>
        <a:buClr>
          <a:schemeClr val="tx1"/>
        </a:buClr>
        <a:buSzPct val="65000"/>
        <a:buFont typeface="Wingdings" panose="05000000000000000000" pitchFamily="2" charset="2"/>
        <a:buChar char="l"/>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572000" y="2895600"/>
            <a:ext cx="4572000" cy="2285999"/>
          </a:xfrm>
        </p:spPr>
        <p:txBody>
          <a:bodyPr>
            <a:normAutofit fontScale="70000" lnSpcReduction="20000"/>
          </a:bodyPr>
          <a:lstStyle/>
          <a:p>
            <a:r>
              <a:rPr lang="en-IE" sz="3400" dirty="0"/>
              <a:t>Karl Negrillo</a:t>
            </a:r>
          </a:p>
          <a:p>
            <a:r>
              <a:rPr lang="en-IE" sz="3400" dirty="0"/>
              <a:t>C22386123</a:t>
            </a:r>
          </a:p>
          <a:p>
            <a:r>
              <a:rPr lang="en-IE" sz="3400" dirty="0"/>
              <a:t>BSc Computer Science International</a:t>
            </a:r>
          </a:p>
          <a:p>
            <a:r>
              <a:rPr lang="en-IE" sz="3400" b="1" dirty="0"/>
              <a:t>Supervisor: </a:t>
            </a:r>
            <a:r>
              <a:rPr lang="en-IE" sz="3400" dirty="0"/>
              <a:t>Colette Kirwan</a:t>
            </a:r>
          </a:p>
          <a:p>
            <a:r>
              <a:rPr lang="en-IE" sz="4000" dirty="0"/>
              <a:t>   </a:t>
            </a:r>
          </a:p>
        </p:txBody>
      </p:sp>
      <p:sp>
        <p:nvSpPr>
          <p:cNvPr id="2" name="Title 1"/>
          <p:cNvSpPr>
            <a:spLocks noGrp="1"/>
          </p:cNvSpPr>
          <p:nvPr>
            <p:ph type="ctrTitle" sz="quarter"/>
          </p:nvPr>
        </p:nvSpPr>
        <p:spPr/>
        <p:txBody>
          <a:bodyPr>
            <a:normAutofit/>
          </a:bodyPr>
          <a:lstStyle/>
          <a:p>
            <a:r>
              <a:rPr lang="en-IE" sz="4800" dirty="0"/>
              <a:t>Sign &amp; Spell VR</a:t>
            </a:r>
            <a:br>
              <a:rPr lang="en-IE" sz="6000" dirty="0"/>
            </a:br>
            <a:r>
              <a:rPr lang="en-IE" sz="1400" dirty="0"/>
              <a:t>Irish Sign Language Learning in Virtual Reality</a:t>
            </a:r>
            <a:endParaRPr lang="en-IE" sz="6000" dirty="0"/>
          </a:p>
        </p:txBody>
      </p:sp>
      <p:sp>
        <p:nvSpPr>
          <p:cNvPr id="5" name="Slide Number Placeholder 4">
            <a:extLst>
              <a:ext uri="{FF2B5EF4-FFF2-40B4-BE49-F238E27FC236}">
                <a16:creationId xmlns:a16="http://schemas.microsoft.com/office/drawing/2014/main" id="{D057D612-3BDA-478B-89A2-43A49EE6700F}"/>
              </a:ext>
            </a:extLst>
          </p:cNvPr>
          <p:cNvSpPr>
            <a:spLocks noGrp="1"/>
          </p:cNvSpPr>
          <p:nvPr>
            <p:ph type="sldNum" sz="quarter" idx="12"/>
          </p:nvPr>
        </p:nvSpPr>
        <p:spPr/>
        <p:txBody>
          <a:bodyPr/>
          <a:lstStyle/>
          <a:p>
            <a:r>
              <a:rPr lang="en-US" sz="3200" dirty="0"/>
              <a:t>1</a:t>
            </a:r>
          </a:p>
        </p:txBody>
      </p:sp>
    </p:spTree>
    <p:extLst>
      <p:ext uri="{BB962C8B-B14F-4D97-AF65-F5344CB8AC3E}">
        <p14:creationId xmlns:p14="http://schemas.microsoft.com/office/powerpoint/2010/main" val="32722688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E" dirty="0"/>
              <a:t>Project</a:t>
            </a:r>
          </a:p>
        </p:txBody>
      </p:sp>
      <p:sp>
        <p:nvSpPr>
          <p:cNvPr id="2" name="Content Placeholder 1"/>
          <p:cNvSpPr>
            <a:spLocks noGrp="1"/>
          </p:cNvSpPr>
          <p:nvPr>
            <p:ph idx="1"/>
          </p:nvPr>
        </p:nvSpPr>
        <p:spPr/>
        <p:txBody>
          <a:bodyPr>
            <a:normAutofit/>
          </a:bodyPr>
          <a:lstStyle/>
          <a:p>
            <a:r>
              <a:rPr lang="en-IE" dirty="0"/>
              <a:t>VR app using hand tracking.</a:t>
            </a:r>
          </a:p>
          <a:p>
            <a:r>
              <a:rPr lang="en-IE" sz="2800" dirty="0"/>
              <a:t>Teaches Irish Sign Language alphabet, words, maybe even sentences.</a:t>
            </a:r>
          </a:p>
          <a:p>
            <a:r>
              <a:rPr lang="en-IE" dirty="0"/>
              <a:t>Meta Quest 3/3S with real-time feedback.</a:t>
            </a:r>
          </a:p>
          <a:p>
            <a:r>
              <a:rPr lang="en-IE" sz="2800" dirty="0"/>
              <a:t>Local Progress Tracking.</a:t>
            </a:r>
          </a:p>
        </p:txBody>
      </p:sp>
      <p:sp>
        <p:nvSpPr>
          <p:cNvPr id="5" name="Slide Number Placeholder 4">
            <a:extLst>
              <a:ext uri="{FF2B5EF4-FFF2-40B4-BE49-F238E27FC236}">
                <a16:creationId xmlns:a16="http://schemas.microsoft.com/office/drawing/2014/main" id="{F6B0AD8D-EB1B-4F83-9125-EC3B343C2DB9}"/>
              </a:ext>
            </a:extLst>
          </p:cNvPr>
          <p:cNvSpPr>
            <a:spLocks noGrp="1"/>
          </p:cNvSpPr>
          <p:nvPr>
            <p:ph type="sldNum" sz="quarter" idx="12"/>
          </p:nvPr>
        </p:nvSpPr>
        <p:spPr/>
        <p:txBody>
          <a:bodyPr/>
          <a:lstStyle/>
          <a:p>
            <a:r>
              <a:rPr lang="en-US" sz="3200" dirty="0"/>
              <a:t>2</a:t>
            </a:r>
          </a:p>
        </p:txBody>
      </p:sp>
    </p:spTree>
    <p:extLst>
      <p:ext uri="{BB962C8B-B14F-4D97-AF65-F5344CB8AC3E}">
        <p14:creationId xmlns:p14="http://schemas.microsoft.com/office/powerpoint/2010/main" val="19857197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E" dirty="0"/>
              <a:t>Background</a:t>
            </a:r>
          </a:p>
        </p:txBody>
      </p:sp>
      <p:sp>
        <p:nvSpPr>
          <p:cNvPr id="2" name="Content Placeholder 1"/>
          <p:cNvSpPr>
            <a:spLocks noGrp="1"/>
          </p:cNvSpPr>
          <p:nvPr>
            <p:ph idx="1"/>
          </p:nvPr>
        </p:nvSpPr>
        <p:spPr/>
        <p:txBody>
          <a:bodyPr>
            <a:normAutofit/>
          </a:bodyPr>
          <a:lstStyle/>
          <a:p>
            <a:r>
              <a:rPr lang="en-IE" sz="1600" dirty="0"/>
              <a:t>Existing Solutions: ASL </a:t>
            </a:r>
            <a:r>
              <a:rPr lang="en-IE" sz="1600" dirty="0" err="1"/>
              <a:t>FingerSpeller</a:t>
            </a:r>
            <a:r>
              <a:rPr lang="en-IE" sz="1600" dirty="0"/>
              <a:t>, Silent Classroom VR</a:t>
            </a:r>
          </a:p>
          <a:p>
            <a:r>
              <a:rPr lang="en-IE" sz="1600" b="1" dirty="0"/>
              <a:t>Why Different:</a:t>
            </a:r>
          </a:p>
          <a:p>
            <a:pPr lvl="1"/>
            <a:r>
              <a:rPr lang="en-IE" sz="1600" b="1" dirty="0"/>
              <a:t>ISL Focus</a:t>
            </a:r>
          </a:p>
          <a:p>
            <a:pPr lvl="1"/>
            <a:r>
              <a:rPr lang="en-IE" sz="1600" b="1" dirty="0"/>
              <a:t>Common Words, in the future, sentence making</a:t>
            </a:r>
          </a:p>
          <a:p>
            <a:pPr lvl="1"/>
            <a:r>
              <a:rPr lang="en-IE" sz="1600" b="1" dirty="0"/>
              <a:t>VR Immersion</a:t>
            </a:r>
          </a:p>
          <a:p>
            <a:r>
              <a:rPr lang="en-IE" sz="1600" dirty="0"/>
              <a:t>Less Common than ASL – Fills a Gap</a:t>
            </a:r>
          </a:p>
          <a:p>
            <a:r>
              <a:rPr lang="en-GB" sz="1600" dirty="0"/>
              <a:t>Ethical Approach: Designed with Deaf community input, respects ISL cultural significance &amp; accuracy (vs avatars as substitute)</a:t>
            </a:r>
          </a:p>
          <a:p>
            <a:endParaRPr lang="en-IE" sz="2000" dirty="0"/>
          </a:p>
        </p:txBody>
      </p:sp>
      <p:sp>
        <p:nvSpPr>
          <p:cNvPr id="8" name="Slide Number Placeholder 7">
            <a:extLst>
              <a:ext uri="{FF2B5EF4-FFF2-40B4-BE49-F238E27FC236}">
                <a16:creationId xmlns:a16="http://schemas.microsoft.com/office/drawing/2014/main" id="{C7321B27-4050-442D-99CE-3A9341601395}"/>
              </a:ext>
            </a:extLst>
          </p:cNvPr>
          <p:cNvSpPr>
            <a:spLocks noGrp="1"/>
          </p:cNvSpPr>
          <p:nvPr>
            <p:ph type="sldNum" sz="quarter" idx="12"/>
          </p:nvPr>
        </p:nvSpPr>
        <p:spPr/>
        <p:txBody>
          <a:bodyPr/>
          <a:lstStyle/>
          <a:p>
            <a:r>
              <a:rPr lang="en-US" sz="3200" dirty="0"/>
              <a:t>3</a:t>
            </a:r>
          </a:p>
        </p:txBody>
      </p:sp>
      <p:pic>
        <p:nvPicPr>
          <p:cNvPr id="1028" name="Picture 4" descr="ASL Fingerspeller on Quest 2">
            <a:extLst>
              <a:ext uri="{FF2B5EF4-FFF2-40B4-BE49-F238E27FC236}">
                <a16:creationId xmlns:a16="http://schemas.microsoft.com/office/drawing/2014/main" id="{CD596EEC-7F64-8986-F6E7-D3D74F7740A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5589" y="4648200"/>
            <a:ext cx="3137408" cy="1764792"/>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Screenshot">
            <a:extLst>
              <a:ext uri="{FF2B5EF4-FFF2-40B4-BE49-F238E27FC236}">
                <a16:creationId xmlns:a16="http://schemas.microsoft.com/office/drawing/2014/main" id="{1530997C-F734-041B-7D6F-8674572B48A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57800" y="4648200"/>
            <a:ext cx="3137408" cy="176479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E" dirty="0"/>
              <a:t>Methodology</a:t>
            </a:r>
          </a:p>
        </p:txBody>
      </p:sp>
      <p:sp>
        <p:nvSpPr>
          <p:cNvPr id="2" name="Content Placeholder 1"/>
          <p:cNvSpPr>
            <a:spLocks noGrp="1"/>
          </p:cNvSpPr>
          <p:nvPr>
            <p:ph idx="1"/>
          </p:nvPr>
        </p:nvSpPr>
        <p:spPr/>
        <p:txBody>
          <a:bodyPr>
            <a:normAutofit/>
          </a:bodyPr>
          <a:lstStyle/>
          <a:p>
            <a:r>
              <a:rPr lang="en-IE" sz="1800" dirty="0"/>
              <a:t>Incremental Model</a:t>
            </a:r>
          </a:p>
          <a:p>
            <a:pPr lvl="1"/>
            <a:r>
              <a:rPr lang="en-IE" sz="1800" dirty="0"/>
              <a:t>Core Features: </a:t>
            </a:r>
          </a:p>
          <a:p>
            <a:pPr lvl="2"/>
            <a:r>
              <a:rPr lang="en-IE" sz="1800" b="1" dirty="0"/>
              <a:t>Increment 1: </a:t>
            </a:r>
            <a:r>
              <a:rPr lang="en-IE" sz="1800" dirty="0"/>
              <a:t>Real-Time Hand Tracking, recognition of basic ISL Letters, Real-Time Feedback</a:t>
            </a:r>
          </a:p>
          <a:p>
            <a:pPr lvl="2"/>
            <a:r>
              <a:rPr lang="en-IE" sz="1800" b="1" dirty="0"/>
              <a:t>Increment 2: </a:t>
            </a:r>
            <a:r>
              <a:rPr lang="en-IE" sz="1800" dirty="0"/>
              <a:t>Common</a:t>
            </a:r>
            <a:r>
              <a:rPr lang="en-IE" sz="1800" b="1" dirty="0"/>
              <a:t> </a:t>
            </a:r>
            <a:r>
              <a:rPr lang="en-IE" sz="1800" dirty="0"/>
              <a:t>Words, Common Sentences, Improve UI</a:t>
            </a:r>
          </a:p>
          <a:p>
            <a:pPr lvl="2"/>
            <a:r>
              <a:rPr lang="en-IE" sz="1800" b="1" dirty="0"/>
              <a:t>Increment 3: </a:t>
            </a:r>
            <a:r>
              <a:rPr lang="en-IE" sz="1800" dirty="0"/>
              <a:t>Data Saving</a:t>
            </a:r>
            <a:endParaRPr lang="en-IE" sz="1800" b="1" dirty="0"/>
          </a:p>
        </p:txBody>
      </p:sp>
      <p:sp>
        <p:nvSpPr>
          <p:cNvPr id="5" name="Slide Number Placeholder 4">
            <a:extLst>
              <a:ext uri="{FF2B5EF4-FFF2-40B4-BE49-F238E27FC236}">
                <a16:creationId xmlns:a16="http://schemas.microsoft.com/office/drawing/2014/main" id="{FE8C606D-6BC2-428F-9187-FAC662568CB5}"/>
              </a:ext>
            </a:extLst>
          </p:cNvPr>
          <p:cNvSpPr>
            <a:spLocks noGrp="1"/>
          </p:cNvSpPr>
          <p:nvPr>
            <p:ph type="sldNum" sz="quarter" idx="12"/>
          </p:nvPr>
        </p:nvSpPr>
        <p:spPr/>
        <p:txBody>
          <a:bodyPr/>
          <a:lstStyle/>
          <a:p>
            <a:r>
              <a:rPr lang="en-US" sz="3200" dirty="0"/>
              <a:t>4</a:t>
            </a:r>
          </a:p>
        </p:txBody>
      </p:sp>
      <p:pic>
        <p:nvPicPr>
          <p:cNvPr id="2050" name="Picture 2" descr="Incremental Model of Software Development Life Cycle – Custom Web &amp; Mobile  Development Company – New Line Technologies">
            <a:extLst>
              <a:ext uri="{FF2B5EF4-FFF2-40B4-BE49-F238E27FC236}">
                <a16:creationId xmlns:a16="http://schemas.microsoft.com/office/drawing/2014/main" id="{44285644-531F-6F58-E6A9-C2EB57D301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87642" y="4241800"/>
            <a:ext cx="3769513" cy="20002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8BB39-17D0-320A-5F61-87678B1C83C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2071B14-575D-78FF-D7E1-88859C33989A}"/>
              </a:ext>
            </a:extLst>
          </p:cNvPr>
          <p:cNvSpPr>
            <a:spLocks noGrp="1"/>
          </p:cNvSpPr>
          <p:nvPr>
            <p:ph type="title"/>
          </p:nvPr>
        </p:nvSpPr>
        <p:spPr/>
        <p:txBody>
          <a:bodyPr/>
          <a:lstStyle/>
          <a:p>
            <a:r>
              <a:rPr lang="en-IE" dirty="0"/>
              <a:t>Technologies</a:t>
            </a:r>
          </a:p>
        </p:txBody>
      </p:sp>
      <p:sp>
        <p:nvSpPr>
          <p:cNvPr id="2" name="Content Placeholder 1">
            <a:extLst>
              <a:ext uri="{FF2B5EF4-FFF2-40B4-BE49-F238E27FC236}">
                <a16:creationId xmlns:a16="http://schemas.microsoft.com/office/drawing/2014/main" id="{0CF9EABB-BEB5-74A3-15F5-1D499F273469}"/>
              </a:ext>
            </a:extLst>
          </p:cNvPr>
          <p:cNvSpPr>
            <a:spLocks noGrp="1"/>
          </p:cNvSpPr>
          <p:nvPr>
            <p:ph idx="1"/>
          </p:nvPr>
        </p:nvSpPr>
        <p:spPr/>
        <p:txBody>
          <a:bodyPr>
            <a:normAutofit/>
          </a:bodyPr>
          <a:lstStyle/>
          <a:p>
            <a:r>
              <a:rPr lang="en-IE" sz="2000" b="1" dirty="0"/>
              <a:t>Operating Systems(s): </a:t>
            </a:r>
            <a:r>
              <a:rPr lang="en-IE" sz="2000" dirty="0"/>
              <a:t>Meta Quest 3/3S (VR headset OS)</a:t>
            </a:r>
          </a:p>
          <a:p>
            <a:r>
              <a:rPr lang="en-IE" sz="2000" b="1" dirty="0"/>
              <a:t>Programming Language(s): </a:t>
            </a:r>
            <a:r>
              <a:rPr lang="en-IE" sz="2000" dirty="0" err="1"/>
              <a:t>GDScript</a:t>
            </a:r>
            <a:r>
              <a:rPr lang="en-IE" sz="2000" dirty="0"/>
              <a:t> </a:t>
            </a:r>
          </a:p>
          <a:p>
            <a:r>
              <a:rPr lang="en-IE" sz="2000" b="1" dirty="0"/>
              <a:t>XR Framework: </a:t>
            </a:r>
            <a:r>
              <a:rPr lang="en-IE" sz="2000" dirty="0" err="1"/>
              <a:t>OpenXR</a:t>
            </a:r>
            <a:endParaRPr lang="en-IE" sz="2000" dirty="0"/>
          </a:p>
          <a:p>
            <a:r>
              <a:rPr lang="en-IE" sz="2000" b="1" dirty="0"/>
              <a:t>Data Storage: </a:t>
            </a:r>
            <a:r>
              <a:rPr lang="en-IE" sz="2000" dirty="0"/>
              <a:t>JSON (local)</a:t>
            </a:r>
          </a:p>
          <a:p>
            <a:r>
              <a:rPr lang="en-IE" sz="2000" b="1" dirty="0"/>
              <a:t>Game Engine: </a:t>
            </a:r>
            <a:r>
              <a:rPr lang="en-IE" sz="2000" dirty="0"/>
              <a:t>Godot 4</a:t>
            </a:r>
            <a:endParaRPr lang="en-IE" sz="2000" b="1" dirty="0"/>
          </a:p>
        </p:txBody>
      </p:sp>
      <p:sp>
        <p:nvSpPr>
          <p:cNvPr id="5" name="Slide Number Placeholder 4">
            <a:extLst>
              <a:ext uri="{FF2B5EF4-FFF2-40B4-BE49-F238E27FC236}">
                <a16:creationId xmlns:a16="http://schemas.microsoft.com/office/drawing/2014/main" id="{56F5583F-66D1-1F56-1D7D-49ECCF9759A7}"/>
              </a:ext>
            </a:extLst>
          </p:cNvPr>
          <p:cNvSpPr>
            <a:spLocks noGrp="1"/>
          </p:cNvSpPr>
          <p:nvPr>
            <p:ph type="sldNum" sz="quarter" idx="12"/>
          </p:nvPr>
        </p:nvSpPr>
        <p:spPr/>
        <p:txBody>
          <a:bodyPr/>
          <a:lstStyle/>
          <a:p>
            <a:r>
              <a:rPr lang="en-US" sz="3200" dirty="0"/>
              <a:t>5</a:t>
            </a:r>
          </a:p>
        </p:txBody>
      </p:sp>
      <p:pic>
        <p:nvPicPr>
          <p:cNvPr id="3078" name="Picture 6" descr="Godot Engine - YouTube">
            <a:extLst>
              <a:ext uri="{FF2B5EF4-FFF2-40B4-BE49-F238E27FC236}">
                <a16:creationId xmlns:a16="http://schemas.microsoft.com/office/drawing/2014/main" id="{0E5716F5-5E6F-E334-A962-BE74CF0F50F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29495" y="3774948"/>
            <a:ext cx="2467102" cy="2467102"/>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Meta Quest 3 vs. Meta Quest 3S: Save Your Money or Upgrade Now? -  Comparison 2025 - PCMag UK">
            <a:extLst>
              <a:ext uri="{FF2B5EF4-FFF2-40B4-BE49-F238E27FC236}">
                <a16:creationId xmlns:a16="http://schemas.microsoft.com/office/drawing/2014/main" id="{CA4F64F5-8023-4C13-BF90-F4E60DE2322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06686" y="3774948"/>
            <a:ext cx="4385961" cy="24671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96324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30AAB-835D-AB48-AC98-5FB98A852D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D983E4-C84C-24E0-7213-9DDEE7E06323}"/>
              </a:ext>
            </a:extLst>
          </p:cNvPr>
          <p:cNvSpPr>
            <a:spLocks noGrp="1"/>
          </p:cNvSpPr>
          <p:nvPr>
            <p:ph type="title"/>
          </p:nvPr>
        </p:nvSpPr>
        <p:spPr/>
        <p:txBody>
          <a:bodyPr/>
          <a:lstStyle/>
          <a:p>
            <a:r>
              <a:rPr lang="en-IE" dirty="0"/>
              <a:t>System Requirements</a:t>
            </a:r>
          </a:p>
        </p:txBody>
      </p:sp>
      <p:sp>
        <p:nvSpPr>
          <p:cNvPr id="3" name="Content Placeholder 2">
            <a:extLst>
              <a:ext uri="{FF2B5EF4-FFF2-40B4-BE49-F238E27FC236}">
                <a16:creationId xmlns:a16="http://schemas.microsoft.com/office/drawing/2014/main" id="{E8F48431-7C4A-765B-091C-830414F4B17E}"/>
              </a:ext>
            </a:extLst>
          </p:cNvPr>
          <p:cNvSpPr>
            <a:spLocks noGrp="1"/>
          </p:cNvSpPr>
          <p:nvPr>
            <p:ph idx="1"/>
          </p:nvPr>
        </p:nvSpPr>
        <p:spPr/>
        <p:txBody>
          <a:bodyPr/>
          <a:lstStyle/>
          <a:p>
            <a:r>
              <a:rPr lang="en-IE" sz="2000" b="1" dirty="0"/>
              <a:t>Requirements</a:t>
            </a:r>
          </a:p>
          <a:p>
            <a:pPr lvl="1"/>
            <a:r>
              <a:rPr lang="en-IE" sz="1600" b="1" dirty="0"/>
              <a:t>Stakeholder Interviews: </a:t>
            </a:r>
            <a:r>
              <a:rPr lang="en-IE" sz="1600" dirty="0"/>
              <a:t>Learners, Deaf Community, Teachers</a:t>
            </a:r>
          </a:p>
          <a:p>
            <a:r>
              <a:rPr lang="en-IE" sz="2000" b="1" dirty="0"/>
              <a:t>Functional</a:t>
            </a:r>
          </a:p>
          <a:p>
            <a:pPr lvl="1"/>
            <a:r>
              <a:rPr lang="en-IE" sz="1600" dirty="0"/>
              <a:t>Hand Tracking, Sign Recognition, Feedback, Progress Storage</a:t>
            </a:r>
          </a:p>
          <a:p>
            <a:r>
              <a:rPr lang="en-IE" sz="2000" b="1" dirty="0"/>
              <a:t>Non-Functional</a:t>
            </a:r>
          </a:p>
          <a:p>
            <a:pPr lvl="1"/>
            <a:r>
              <a:rPr lang="en-IE" sz="1600" dirty="0"/>
              <a:t>Low Latency, accessible UI, intuitive design</a:t>
            </a:r>
          </a:p>
          <a:p>
            <a:r>
              <a:rPr lang="en-IE" sz="2000" b="1" dirty="0"/>
              <a:t>Use Case Diagram</a:t>
            </a:r>
          </a:p>
        </p:txBody>
      </p:sp>
      <p:sp>
        <p:nvSpPr>
          <p:cNvPr id="4" name="Slide Number Placeholder 3">
            <a:extLst>
              <a:ext uri="{FF2B5EF4-FFF2-40B4-BE49-F238E27FC236}">
                <a16:creationId xmlns:a16="http://schemas.microsoft.com/office/drawing/2014/main" id="{9749E4B0-1FAD-3FCB-BC03-AF6B8B95574F}"/>
              </a:ext>
            </a:extLst>
          </p:cNvPr>
          <p:cNvSpPr>
            <a:spLocks noGrp="1"/>
          </p:cNvSpPr>
          <p:nvPr>
            <p:ph type="sldNum" sz="quarter" idx="12"/>
          </p:nvPr>
        </p:nvSpPr>
        <p:spPr/>
        <p:txBody>
          <a:bodyPr/>
          <a:lstStyle/>
          <a:p>
            <a:r>
              <a:rPr lang="en-US" dirty="0"/>
              <a:t>6</a:t>
            </a:r>
          </a:p>
        </p:txBody>
      </p:sp>
      <p:pic>
        <p:nvPicPr>
          <p:cNvPr id="7" name="Picture 6" descr="A diagram of a company&#10;&#10;AI-generated content may be incorrect.">
            <a:extLst>
              <a:ext uri="{FF2B5EF4-FFF2-40B4-BE49-F238E27FC236}">
                <a16:creationId xmlns:a16="http://schemas.microsoft.com/office/drawing/2014/main" id="{136822B6-6DCA-1F34-6097-EE02C843965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49229" y="4262052"/>
            <a:ext cx="5332412" cy="2493332"/>
          </a:xfrm>
          <a:prstGeom prst="rect">
            <a:avLst/>
          </a:prstGeom>
        </p:spPr>
      </p:pic>
    </p:spTree>
    <p:extLst>
      <p:ext uri="{BB962C8B-B14F-4D97-AF65-F5344CB8AC3E}">
        <p14:creationId xmlns:p14="http://schemas.microsoft.com/office/powerpoint/2010/main" val="41678681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42045-829D-E172-3227-69942646BA7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B4B1602-ACAE-DDD4-0B32-48722C6EC521}"/>
              </a:ext>
            </a:extLst>
          </p:cNvPr>
          <p:cNvSpPr>
            <a:spLocks noGrp="1"/>
          </p:cNvSpPr>
          <p:nvPr>
            <p:ph type="title"/>
          </p:nvPr>
        </p:nvSpPr>
        <p:spPr>
          <a:xfrm>
            <a:off x="753035" y="200025"/>
            <a:ext cx="7924800" cy="1143000"/>
          </a:xfrm>
        </p:spPr>
        <p:txBody>
          <a:bodyPr wrap="square" anchor="b">
            <a:normAutofit/>
          </a:bodyPr>
          <a:lstStyle/>
          <a:p>
            <a:r>
              <a:rPr lang="en-IE" dirty="0"/>
              <a:t>Technical Architecture</a:t>
            </a:r>
          </a:p>
        </p:txBody>
      </p:sp>
      <p:sp>
        <p:nvSpPr>
          <p:cNvPr id="2" name="Content Placeholder 1">
            <a:extLst>
              <a:ext uri="{FF2B5EF4-FFF2-40B4-BE49-F238E27FC236}">
                <a16:creationId xmlns:a16="http://schemas.microsoft.com/office/drawing/2014/main" id="{BE7A5541-FA0E-066C-AFFD-0D700AE3879C}"/>
              </a:ext>
            </a:extLst>
          </p:cNvPr>
          <p:cNvSpPr>
            <a:spLocks noGrp="1"/>
          </p:cNvSpPr>
          <p:nvPr>
            <p:ph sz="half" idx="1"/>
          </p:nvPr>
        </p:nvSpPr>
        <p:spPr>
          <a:xfrm>
            <a:off x="838200" y="1828800"/>
            <a:ext cx="3770313" cy="4257675"/>
          </a:xfrm>
        </p:spPr>
        <p:txBody>
          <a:bodyPr wrap="square" anchor="t">
            <a:normAutofit/>
          </a:bodyPr>
          <a:lstStyle/>
          <a:p>
            <a:r>
              <a:rPr lang="en-IE"/>
              <a:t>Standalone VR application on Meta Quest 3/3S</a:t>
            </a:r>
          </a:p>
          <a:p>
            <a:r>
              <a:rPr lang="en-GB"/>
              <a:t>Hand tracking → Recognition → Feedback → Storage</a:t>
            </a:r>
          </a:p>
          <a:p>
            <a:r>
              <a:rPr lang="en-IE"/>
              <a:t>Data Flow Diagram</a:t>
            </a:r>
          </a:p>
          <a:p>
            <a:endParaRPr lang="en-IE"/>
          </a:p>
        </p:txBody>
      </p:sp>
      <p:pic>
        <p:nvPicPr>
          <p:cNvPr id="7" name="Picture 6" descr="A diagram of a process&#10;&#10;AI-generated content may be incorrect.">
            <a:extLst>
              <a:ext uri="{FF2B5EF4-FFF2-40B4-BE49-F238E27FC236}">
                <a16:creationId xmlns:a16="http://schemas.microsoft.com/office/drawing/2014/main" id="{56297F23-0E7C-C012-91D6-233D757ED0C1}"/>
              </a:ext>
            </a:extLst>
          </p:cNvPr>
          <p:cNvPicPr>
            <a:picLocks noChangeAspect="1"/>
          </p:cNvPicPr>
          <p:nvPr/>
        </p:nvPicPr>
        <p:blipFill>
          <a:blip r:embed="rId3"/>
          <a:stretch>
            <a:fillRect/>
          </a:stretch>
        </p:blipFill>
        <p:spPr>
          <a:xfrm>
            <a:off x="4494234" y="1981200"/>
            <a:ext cx="4427837" cy="3276600"/>
          </a:xfrm>
          <a:prstGeom prst="rect">
            <a:avLst/>
          </a:prstGeom>
          <a:noFill/>
        </p:spPr>
      </p:pic>
      <p:sp>
        <p:nvSpPr>
          <p:cNvPr id="5" name="Slide Number Placeholder 4">
            <a:extLst>
              <a:ext uri="{FF2B5EF4-FFF2-40B4-BE49-F238E27FC236}">
                <a16:creationId xmlns:a16="http://schemas.microsoft.com/office/drawing/2014/main" id="{2E97382A-37B6-53FB-F7DE-9E16A3F86CDA}"/>
              </a:ext>
            </a:extLst>
          </p:cNvPr>
          <p:cNvSpPr>
            <a:spLocks noGrp="1"/>
          </p:cNvSpPr>
          <p:nvPr>
            <p:ph type="sldNum" sz="quarter" idx="12"/>
          </p:nvPr>
        </p:nvSpPr>
        <p:spPr>
          <a:xfrm>
            <a:off x="84138" y="6242050"/>
            <a:ext cx="587375" cy="488950"/>
          </a:xfrm>
        </p:spPr>
        <p:txBody>
          <a:bodyPr wrap="square" anchor="b">
            <a:normAutofit/>
          </a:bodyPr>
          <a:lstStyle/>
          <a:p>
            <a:pPr>
              <a:spcAft>
                <a:spcPts val="600"/>
              </a:spcAft>
            </a:pPr>
            <a:r>
              <a:rPr lang="en-US" dirty="0"/>
              <a:t>7</a:t>
            </a:r>
          </a:p>
        </p:txBody>
      </p:sp>
    </p:spTree>
    <p:extLst>
      <p:ext uri="{BB962C8B-B14F-4D97-AF65-F5344CB8AC3E}">
        <p14:creationId xmlns:p14="http://schemas.microsoft.com/office/powerpoint/2010/main" val="38440781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E" dirty="0"/>
              <a:t>Front End Design</a:t>
            </a:r>
          </a:p>
        </p:txBody>
      </p:sp>
      <p:sp>
        <p:nvSpPr>
          <p:cNvPr id="2" name="Content Placeholder 1"/>
          <p:cNvSpPr>
            <a:spLocks noGrp="1"/>
          </p:cNvSpPr>
          <p:nvPr>
            <p:ph idx="1"/>
          </p:nvPr>
        </p:nvSpPr>
        <p:spPr/>
        <p:txBody>
          <a:bodyPr>
            <a:normAutofit/>
          </a:bodyPr>
          <a:lstStyle/>
          <a:p>
            <a:r>
              <a:rPr lang="en-GB" sz="1800" dirty="0"/>
              <a:t>Simple VR room with floating ISL alphabet reference board.​</a:t>
            </a:r>
          </a:p>
          <a:p>
            <a:r>
              <a:rPr lang="en-GB" sz="1800" dirty="0"/>
              <a:t>Passthrough view shows user’s real room plus virtual ISL hands.</a:t>
            </a:r>
          </a:p>
          <a:p>
            <a:r>
              <a:rPr lang="en-GB" sz="1800" dirty="0"/>
              <a:t>Live virtual hands mirror the user’s hands for practice and feedback.</a:t>
            </a:r>
          </a:p>
          <a:p>
            <a:r>
              <a:rPr lang="en-GB" sz="1800" dirty="0"/>
              <a:t>On‑screen text shows detected letters for each hand in real time (e.g. “Left hand = A, Right hand = V”).</a:t>
            </a:r>
          </a:p>
        </p:txBody>
      </p:sp>
      <p:sp>
        <p:nvSpPr>
          <p:cNvPr id="6" name="Slide Number Placeholder 5">
            <a:extLst>
              <a:ext uri="{FF2B5EF4-FFF2-40B4-BE49-F238E27FC236}">
                <a16:creationId xmlns:a16="http://schemas.microsoft.com/office/drawing/2014/main" id="{1483B1A3-2139-4788-9A25-64DED03B69BE}"/>
              </a:ext>
            </a:extLst>
          </p:cNvPr>
          <p:cNvSpPr>
            <a:spLocks noGrp="1"/>
          </p:cNvSpPr>
          <p:nvPr>
            <p:ph type="sldNum" sz="quarter" idx="12"/>
          </p:nvPr>
        </p:nvSpPr>
        <p:spPr/>
        <p:txBody>
          <a:bodyPr/>
          <a:lstStyle/>
          <a:p>
            <a:r>
              <a:rPr lang="en-US" sz="3200" dirty="0"/>
              <a:t>8</a:t>
            </a:r>
          </a:p>
        </p:txBody>
      </p:sp>
      <p:pic>
        <p:nvPicPr>
          <p:cNvPr id="12" name="Picture 11" descr="A hand holding a sign&#10;&#10;AI-generated content may be incorrect.">
            <a:extLst>
              <a:ext uri="{FF2B5EF4-FFF2-40B4-BE49-F238E27FC236}">
                <a16:creationId xmlns:a16="http://schemas.microsoft.com/office/drawing/2014/main" id="{BA405105-E07C-ED43-DFD1-6B704642219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71600" y="3581400"/>
            <a:ext cx="2819400" cy="2756747"/>
          </a:xfrm>
          <a:prstGeom prst="rect">
            <a:avLst/>
          </a:prstGeom>
        </p:spPr>
      </p:pic>
      <p:pic>
        <p:nvPicPr>
          <p:cNvPr id="14" name="Picture 13" descr="A person holding a phone and using a computer&#10;&#10;AI-generated content may be incorrect.">
            <a:extLst>
              <a:ext uri="{FF2B5EF4-FFF2-40B4-BE49-F238E27FC236}">
                <a16:creationId xmlns:a16="http://schemas.microsoft.com/office/drawing/2014/main" id="{3BB0C157-FF47-960E-1D86-BDCF2A6741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214350" y="3581400"/>
            <a:ext cx="2819400" cy="277843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E" dirty="0"/>
              <a:t>Middle Tier Design</a:t>
            </a:r>
          </a:p>
        </p:txBody>
      </p:sp>
      <p:sp>
        <p:nvSpPr>
          <p:cNvPr id="2" name="Content Placeholder 1"/>
          <p:cNvSpPr>
            <a:spLocks noGrp="1"/>
          </p:cNvSpPr>
          <p:nvPr>
            <p:ph idx="1"/>
          </p:nvPr>
        </p:nvSpPr>
        <p:spPr/>
        <p:txBody>
          <a:bodyPr>
            <a:normAutofit/>
          </a:bodyPr>
          <a:lstStyle/>
          <a:p>
            <a:r>
              <a:rPr lang="en-GB" sz="2200" b="1" dirty="0"/>
              <a:t>Hand Pose Detection: </a:t>
            </a:r>
            <a:r>
              <a:rPr lang="en-GB" sz="2200" dirty="0"/>
              <a:t>OpenXR sensors detect finger positions in real-time</a:t>
            </a:r>
          </a:p>
          <a:p>
            <a:r>
              <a:rPr lang="en-GB" sz="2200" b="1" dirty="0"/>
              <a:t>Gesture Matching: </a:t>
            </a:r>
            <a:r>
              <a:rPr lang="en-GB" sz="2200" dirty="0"/>
              <a:t>Compare user hand pose to stored ISL sign database</a:t>
            </a:r>
          </a:p>
          <a:p>
            <a:r>
              <a:rPr lang="en-GB" sz="2200" b="1" dirty="0"/>
              <a:t>Confidence Validation: </a:t>
            </a:r>
            <a:r>
              <a:rPr lang="en-GB" sz="2200" dirty="0"/>
              <a:t>Check if pose matches threshold for correct/incorrect</a:t>
            </a:r>
          </a:p>
          <a:p>
            <a:r>
              <a:rPr lang="en-GB" sz="2200" b="1" dirty="0"/>
              <a:t>Real-time Feedback: </a:t>
            </a:r>
            <a:r>
              <a:rPr lang="en-GB" sz="2200" dirty="0"/>
              <a:t>Generate visual feedback (correct/try again) instantly</a:t>
            </a:r>
          </a:p>
          <a:p>
            <a:r>
              <a:rPr lang="en-GB" sz="2200" b="1" dirty="0"/>
              <a:t>Rule-based recognition: </a:t>
            </a:r>
            <a:r>
              <a:rPr lang="en-GB" sz="2200" dirty="0"/>
              <a:t>simpler, faster setup</a:t>
            </a:r>
          </a:p>
          <a:p>
            <a:endParaRPr lang="en-IE" sz="2000" dirty="0"/>
          </a:p>
        </p:txBody>
      </p:sp>
      <p:sp>
        <p:nvSpPr>
          <p:cNvPr id="5" name="Slide Number Placeholder 4">
            <a:extLst>
              <a:ext uri="{FF2B5EF4-FFF2-40B4-BE49-F238E27FC236}">
                <a16:creationId xmlns:a16="http://schemas.microsoft.com/office/drawing/2014/main" id="{4545EFD2-690F-416A-90A7-FB126B50BA8A}"/>
              </a:ext>
            </a:extLst>
          </p:cNvPr>
          <p:cNvSpPr>
            <a:spLocks noGrp="1"/>
          </p:cNvSpPr>
          <p:nvPr>
            <p:ph type="sldNum" sz="quarter" idx="12"/>
          </p:nvPr>
        </p:nvSpPr>
        <p:spPr/>
        <p:txBody>
          <a:bodyPr/>
          <a:lstStyle/>
          <a:p>
            <a:r>
              <a:rPr lang="en-US" sz="3200" dirty="0"/>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E" dirty="0"/>
              <a:t>Back End Design</a:t>
            </a:r>
          </a:p>
        </p:txBody>
      </p:sp>
      <p:sp>
        <p:nvSpPr>
          <p:cNvPr id="2" name="Content Placeholder 1"/>
          <p:cNvSpPr>
            <a:spLocks noGrp="1"/>
          </p:cNvSpPr>
          <p:nvPr>
            <p:ph idx="1"/>
          </p:nvPr>
        </p:nvSpPr>
        <p:spPr/>
        <p:txBody>
          <a:bodyPr>
            <a:normAutofit fontScale="92500" lnSpcReduction="10000"/>
          </a:bodyPr>
          <a:lstStyle/>
          <a:p>
            <a:r>
              <a:rPr lang="en-GB" dirty="0"/>
              <a:t>Local JSON files store user calibration, progress, and settings on the Quest headset.​</a:t>
            </a:r>
          </a:p>
          <a:p>
            <a:r>
              <a:rPr lang="en-GB" dirty="0"/>
              <a:t>One JSON structure per learner: user info, hand‑pose calibration, learned alphabet letters, and simple stats.​</a:t>
            </a:r>
          </a:p>
          <a:p>
            <a:r>
              <a:rPr lang="en-GB" dirty="0"/>
              <a:t>Accessed through Godot 4’s </a:t>
            </a:r>
            <a:r>
              <a:rPr lang="en-GB" dirty="0" err="1"/>
              <a:t>FileAccess</a:t>
            </a:r>
            <a:r>
              <a:rPr lang="en-GB" dirty="0"/>
              <a:t> API in the user data path (no external DB).​</a:t>
            </a:r>
          </a:p>
          <a:p>
            <a:r>
              <a:rPr lang="en-GB" dirty="0"/>
              <a:t>Designed so the same JSON can later be sent to a cloud service for sync without changing the data model.​</a:t>
            </a:r>
          </a:p>
        </p:txBody>
      </p:sp>
      <p:sp>
        <p:nvSpPr>
          <p:cNvPr id="5" name="Slide Number Placeholder 4">
            <a:extLst>
              <a:ext uri="{FF2B5EF4-FFF2-40B4-BE49-F238E27FC236}">
                <a16:creationId xmlns:a16="http://schemas.microsoft.com/office/drawing/2014/main" id="{3AB845D3-860B-4B16-9814-4CAE01C383A8}"/>
              </a:ext>
            </a:extLst>
          </p:cNvPr>
          <p:cNvSpPr>
            <a:spLocks noGrp="1"/>
          </p:cNvSpPr>
          <p:nvPr>
            <p:ph type="sldNum" sz="quarter" idx="12"/>
          </p:nvPr>
        </p:nvSpPr>
        <p:spPr/>
        <p:txBody>
          <a:bodyPr/>
          <a:lstStyle/>
          <a:p>
            <a:r>
              <a:rPr lang="en-US" sz="3200" dirty="0"/>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E" dirty="0"/>
              <a:t>DEMO HERE</a:t>
            </a:r>
          </a:p>
        </p:txBody>
      </p:sp>
      <p:sp>
        <p:nvSpPr>
          <p:cNvPr id="2" name="Content Placeholder 1"/>
          <p:cNvSpPr>
            <a:spLocks noGrp="1"/>
          </p:cNvSpPr>
          <p:nvPr>
            <p:ph idx="1"/>
          </p:nvPr>
        </p:nvSpPr>
        <p:spPr/>
        <p:txBody>
          <a:bodyPr>
            <a:normAutofit/>
          </a:bodyPr>
          <a:lstStyle/>
          <a:p>
            <a:endParaRPr lang="en-IE" sz="4800" dirty="0"/>
          </a:p>
          <a:p>
            <a:r>
              <a:rPr lang="en-IE" sz="4800" dirty="0"/>
              <a:t>DEMO HERE</a:t>
            </a:r>
          </a:p>
          <a:p>
            <a:pPr marL="0" indent="0">
              <a:buNone/>
            </a:pPr>
            <a:endParaRPr lang="en-IE" sz="4800" dirty="0"/>
          </a:p>
        </p:txBody>
      </p:sp>
      <p:sp>
        <p:nvSpPr>
          <p:cNvPr id="5" name="Slide Number Placeholder 4">
            <a:extLst>
              <a:ext uri="{FF2B5EF4-FFF2-40B4-BE49-F238E27FC236}">
                <a16:creationId xmlns:a16="http://schemas.microsoft.com/office/drawing/2014/main" id="{6AEB0CF0-69F7-41D7-8F4E-189973F90B1E}"/>
              </a:ext>
            </a:extLst>
          </p:cNvPr>
          <p:cNvSpPr>
            <a:spLocks noGrp="1"/>
          </p:cNvSpPr>
          <p:nvPr>
            <p:ph type="sldNum" sz="quarter" idx="12"/>
          </p:nvPr>
        </p:nvSpPr>
        <p:spPr/>
        <p:txBody>
          <a:bodyPr/>
          <a:lstStyle/>
          <a:p>
            <a:r>
              <a:rPr lang="en-US" sz="3200" dirty="0"/>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E" dirty="0"/>
              <a:t>Evaluation Criteria</a:t>
            </a:r>
          </a:p>
        </p:txBody>
      </p:sp>
      <p:sp>
        <p:nvSpPr>
          <p:cNvPr id="2" name="Content Placeholder 1"/>
          <p:cNvSpPr>
            <a:spLocks noGrp="1"/>
          </p:cNvSpPr>
          <p:nvPr>
            <p:ph idx="1"/>
          </p:nvPr>
        </p:nvSpPr>
        <p:spPr/>
        <p:txBody>
          <a:bodyPr>
            <a:normAutofit/>
          </a:bodyPr>
          <a:lstStyle/>
          <a:p>
            <a:r>
              <a:rPr lang="en-IE" sz="2800" dirty="0"/>
              <a:t>“A”, “V”, and “D” is readable from hand-tracking on both hands.</a:t>
            </a:r>
          </a:p>
          <a:p>
            <a:r>
              <a:rPr lang="en-IE" sz="2800" dirty="0"/>
              <a:t>Feedback works when user </a:t>
            </a:r>
            <a:r>
              <a:rPr lang="en-IE" dirty="0"/>
              <a:t>signs “A”, “V”, and “D”, shows Left Hand = “A”/”V”/”D” and Right Hand = “A”/”V”/”D” </a:t>
            </a:r>
          </a:p>
          <a:p>
            <a:r>
              <a:rPr lang="en-GB" dirty="0"/>
              <a:t>User can complete a short practice session (A, V, D) without confusion or crashes.</a:t>
            </a:r>
            <a:endParaRPr lang="en-IE" sz="2800" dirty="0"/>
          </a:p>
        </p:txBody>
      </p:sp>
      <p:sp>
        <p:nvSpPr>
          <p:cNvPr id="5" name="Slide Number Placeholder 4">
            <a:extLst>
              <a:ext uri="{FF2B5EF4-FFF2-40B4-BE49-F238E27FC236}">
                <a16:creationId xmlns:a16="http://schemas.microsoft.com/office/drawing/2014/main" id="{6AEB0CF0-69F7-41D7-8F4E-189973F90B1E}"/>
              </a:ext>
            </a:extLst>
          </p:cNvPr>
          <p:cNvSpPr>
            <a:spLocks noGrp="1"/>
          </p:cNvSpPr>
          <p:nvPr>
            <p:ph type="sldNum" sz="quarter" idx="12"/>
          </p:nvPr>
        </p:nvSpPr>
        <p:spPr/>
        <p:txBody>
          <a:bodyPr/>
          <a:lstStyle/>
          <a:p>
            <a:fld id="{B6F15528-21DE-4FAA-801E-634DDDAF4B2B}" type="slidenum">
              <a:rPr lang="en-US" sz="3200" smtClean="0"/>
              <a:pPr/>
              <a:t>12</a:t>
            </a:fld>
            <a:endParaRPr lang="en-US" sz="3200" dirty="0"/>
          </a:p>
        </p:txBody>
      </p:sp>
    </p:spTree>
    <p:extLst>
      <p:ext uri="{BB962C8B-B14F-4D97-AF65-F5344CB8AC3E}">
        <p14:creationId xmlns:p14="http://schemas.microsoft.com/office/powerpoint/2010/main" val="33717510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E" dirty="0"/>
              <a:t>Future Work</a:t>
            </a:r>
          </a:p>
        </p:txBody>
      </p:sp>
      <p:sp>
        <p:nvSpPr>
          <p:cNvPr id="2" name="Content Placeholder 1"/>
          <p:cNvSpPr>
            <a:spLocks noGrp="1"/>
          </p:cNvSpPr>
          <p:nvPr>
            <p:ph idx="1"/>
          </p:nvPr>
        </p:nvSpPr>
        <p:spPr/>
        <p:txBody>
          <a:bodyPr>
            <a:normAutofit/>
          </a:bodyPr>
          <a:lstStyle/>
          <a:p>
            <a:r>
              <a:rPr lang="en-IE" sz="2000" dirty="0"/>
              <a:t>Increment 2 (Immediate):</a:t>
            </a:r>
          </a:p>
          <a:p>
            <a:pPr lvl="1"/>
            <a:r>
              <a:rPr lang="en-IE" sz="2000" dirty="0"/>
              <a:t>Complete remaining alphabet letters A-Z</a:t>
            </a:r>
          </a:p>
          <a:p>
            <a:pPr lvl="1"/>
            <a:r>
              <a:rPr lang="en-IE" sz="2000" dirty="0"/>
              <a:t>Better Visualisation of the UI Environment</a:t>
            </a:r>
          </a:p>
          <a:p>
            <a:r>
              <a:rPr lang="en-IE" sz="2000" dirty="0"/>
              <a:t>Increment 2 (Christmas):</a:t>
            </a:r>
          </a:p>
          <a:p>
            <a:pPr lvl="1"/>
            <a:r>
              <a:rPr lang="en-IE" sz="2000" dirty="0"/>
              <a:t>Implementing User Account Creation and Hand Calibration</a:t>
            </a:r>
          </a:p>
          <a:p>
            <a:pPr lvl="1"/>
            <a:r>
              <a:rPr lang="en-IE" sz="2000" dirty="0"/>
              <a:t>Implementing Common Words</a:t>
            </a:r>
          </a:p>
          <a:p>
            <a:r>
              <a:rPr lang="en-GB" sz="2000" dirty="0"/>
              <a:t>Increment 3 (Post-exams: Late Jan–Late Feb):</a:t>
            </a:r>
          </a:p>
          <a:p>
            <a:pPr lvl="1"/>
            <a:r>
              <a:rPr lang="en-GB" sz="2000" dirty="0"/>
              <a:t>Local Data Saving</a:t>
            </a:r>
          </a:p>
          <a:p>
            <a:pPr lvl="1"/>
            <a:r>
              <a:rPr lang="en-GB" sz="2000" dirty="0"/>
              <a:t>Test Page</a:t>
            </a:r>
          </a:p>
          <a:p>
            <a:pPr lvl="1"/>
            <a:r>
              <a:rPr lang="en-GB" sz="2000" dirty="0"/>
              <a:t>User testing &amp; refinement</a:t>
            </a:r>
          </a:p>
        </p:txBody>
      </p:sp>
      <p:sp>
        <p:nvSpPr>
          <p:cNvPr id="5" name="Slide Number Placeholder 4">
            <a:extLst>
              <a:ext uri="{FF2B5EF4-FFF2-40B4-BE49-F238E27FC236}">
                <a16:creationId xmlns:a16="http://schemas.microsoft.com/office/drawing/2014/main" id="{C64F288E-5052-4564-92DB-EA28C179D32F}"/>
              </a:ext>
            </a:extLst>
          </p:cNvPr>
          <p:cNvSpPr>
            <a:spLocks noGrp="1"/>
          </p:cNvSpPr>
          <p:nvPr>
            <p:ph type="sldNum" sz="quarter" idx="12"/>
          </p:nvPr>
        </p:nvSpPr>
        <p:spPr/>
        <p:txBody>
          <a:bodyPr/>
          <a:lstStyle/>
          <a:p>
            <a:fld id="{B6F15528-21DE-4FAA-801E-634DDDAF4B2B}" type="slidenum">
              <a:rPr lang="en-US" sz="3200" smtClean="0"/>
              <a:pPr/>
              <a:t>13</a:t>
            </a:fld>
            <a:endParaRPr lang="en-US" sz="3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IE" sz="4400" b="1" dirty="0"/>
              <a:t>Thank you!</a:t>
            </a:r>
          </a:p>
        </p:txBody>
      </p:sp>
      <p:sp>
        <p:nvSpPr>
          <p:cNvPr id="2" name="Content Placeholder 1"/>
          <p:cNvSpPr>
            <a:spLocks noGrp="1"/>
          </p:cNvSpPr>
          <p:nvPr>
            <p:ph idx="1"/>
          </p:nvPr>
        </p:nvSpPr>
        <p:spPr/>
        <p:txBody>
          <a:bodyPr>
            <a:normAutofit lnSpcReduction="10000"/>
          </a:bodyPr>
          <a:lstStyle/>
          <a:p>
            <a:pPr algn="ctr">
              <a:buNone/>
            </a:pPr>
            <a:endParaRPr lang="en-IE" sz="6000" b="1" dirty="0"/>
          </a:p>
          <a:p>
            <a:pPr algn="ctr">
              <a:buNone/>
            </a:pPr>
            <a:r>
              <a:rPr lang="en-IE" sz="6000" b="1" dirty="0">
                <a:solidFill>
                  <a:srgbClr val="FF0000"/>
                </a:solidFill>
              </a:rPr>
              <a:t>?</a:t>
            </a:r>
          </a:p>
          <a:p>
            <a:pPr algn="ctr">
              <a:buNone/>
            </a:pPr>
            <a:r>
              <a:rPr lang="en-IE" sz="6000" b="1" dirty="0"/>
              <a:t>Questions</a:t>
            </a:r>
          </a:p>
          <a:p>
            <a:pPr algn="ctr">
              <a:buNone/>
            </a:pPr>
            <a:r>
              <a:rPr lang="en-IE" sz="6000" b="1" dirty="0">
                <a:solidFill>
                  <a:srgbClr val="FF0000"/>
                </a:solidFill>
              </a:rPr>
              <a:t>?</a:t>
            </a:r>
          </a:p>
        </p:txBody>
      </p:sp>
      <p:sp>
        <p:nvSpPr>
          <p:cNvPr id="5" name="Slide Number Placeholder 4">
            <a:extLst>
              <a:ext uri="{FF2B5EF4-FFF2-40B4-BE49-F238E27FC236}">
                <a16:creationId xmlns:a16="http://schemas.microsoft.com/office/drawing/2014/main" id="{F3D8A318-D7FA-4F41-817A-AE7587DE069B}"/>
              </a:ext>
            </a:extLst>
          </p:cNvPr>
          <p:cNvSpPr>
            <a:spLocks noGrp="1"/>
          </p:cNvSpPr>
          <p:nvPr>
            <p:ph type="sldNum" sz="quarter" idx="12"/>
          </p:nvPr>
        </p:nvSpPr>
        <p:spPr/>
        <p:txBody>
          <a:bodyPr/>
          <a:lstStyle/>
          <a:p>
            <a:fld id="{B6F15528-21DE-4FAA-801E-634DDDAF4B2B}" type="slidenum">
              <a:rPr lang="en-US" sz="3200" smtClean="0"/>
              <a:pPr/>
              <a:t>14</a:t>
            </a:fld>
            <a:endParaRPr lang="en-US" sz="3200" dirty="0"/>
          </a:p>
        </p:txBody>
      </p:sp>
    </p:spTree>
  </p:cSld>
  <p:clrMapOvr>
    <a:masterClrMapping/>
  </p:clrMapOvr>
</p:sld>
</file>

<file path=ppt/theme/theme1.xml><?xml version="1.0" encoding="utf-8"?>
<a:theme xmlns:a="http://schemas.openxmlformats.org/drawingml/2006/main" name="dt249 hdp">
  <a:themeElements>
    <a:clrScheme name="Custom 1">
      <a:dk1>
        <a:srgbClr val="003366"/>
      </a:dk1>
      <a:lt1>
        <a:srgbClr val="FFFFFF"/>
      </a:lt1>
      <a:dk2>
        <a:srgbClr val="006666"/>
      </a:dk2>
      <a:lt2>
        <a:srgbClr val="666699"/>
      </a:lt2>
      <a:accent1>
        <a:srgbClr val="33CCCC"/>
      </a:accent1>
      <a:accent2>
        <a:srgbClr val="33CCCC"/>
      </a:accent2>
      <a:accent3>
        <a:srgbClr val="FFFFFF"/>
      </a:accent3>
      <a:accent4>
        <a:srgbClr val="002A56"/>
      </a:accent4>
      <a:accent5>
        <a:srgbClr val="ADE2E2"/>
      </a:accent5>
      <a:accent6>
        <a:srgbClr val="8AB98A"/>
      </a:accent6>
      <a:hlink>
        <a:srgbClr val="003366"/>
      </a:hlink>
      <a:folHlink>
        <a:srgbClr val="CC99FF"/>
      </a:folHlink>
    </a:clrScheme>
    <a:fontScheme name="Capsule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apsules 1">
        <a:dk1>
          <a:srgbClr val="003366"/>
        </a:dk1>
        <a:lt1>
          <a:srgbClr val="FFFFFF"/>
        </a:lt1>
        <a:dk2>
          <a:srgbClr val="006666"/>
        </a:dk2>
        <a:lt2>
          <a:srgbClr val="666699"/>
        </a:lt2>
        <a:accent1>
          <a:srgbClr val="33CCCC"/>
        </a:accent1>
        <a:accent2>
          <a:srgbClr val="99CC99"/>
        </a:accent2>
        <a:accent3>
          <a:srgbClr val="FFFFFF"/>
        </a:accent3>
        <a:accent4>
          <a:srgbClr val="002A56"/>
        </a:accent4>
        <a:accent5>
          <a:srgbClr val="ADE2E2"/>
        </a:accent5>
        <a:accent6>
          <a:srgbClr val="8AB98A"/>
        </a:accent6>
        <a:hlink>
          <a:srgbClr val="003366"/>
        </a:hlink>
        <a:folHlink>
          <a:srgbClr val="CC99FF"/>
        </a:folHlink>
      </a:clrScheme>
      <a:clrMap bg1="lt1" tx1="dk1" bg2="lt2" tx2="dk2" accent1="accent1" accent2="accent2" accent3="accent3" accent4="accent4" accent5="accent5" accent6="accent6" hlink="hlink" folHlink="folHlink"/>
    </a:extraClrScheme>
    <a:extraClrScheme>
      <a:clrScheme name="Capsules 2">
        <a:dk1>
          <a:srgbClr val="000000"/>
        </a:dk1>
        <a:lt1>
          <a:srgbClr val="FFFFFF"/>
        </a:lt1>
        <a:dk2>
          <a:srgbClr val="000000"/>
        </a:dk2>
        <a:lt2>
          <a:srgbClr val="808000"/>
        </a:lt2>
        <a:accent1>
          <a:srgbClr val="FFCC99"/>
        </a:accent1>
        <a:accent2>
          <a:srgbClr val="99CC00"/>
        </a:accent2>
        <a:accent3>
          <a:srgbClr val="FFFFFF"/>
        </a:accent3>
        <a:accent4>
          <a:srgbClr val="000000"/>
        </a:accent4>
        <a:accent5>
          <a:srgbClr val="FFE2CA"/>
        </a:accent5>
        <a:accent6>
          <a:srgbClr val="8AB900"/>
        </a:accent6>
        <a:hlink>
          <a:srgbClr val="336600"/>
        </a:hlink>
        <a:folHlink>
          <a:srgbClr val="FFCC00"/>
        </a:folHlink>
      </a:clrScheme>
      <a:clrMap bg1="lt1" tx1="dk1" bg2="lt2" tx2="dk2" accent1="accent1" accent2="accent2" accent3="accent3" accent4="accent4" accent5="accent5" accent6="accent6" hlink="hlink" folHlink="folHlink"/>
    </a:extraClrScheme>
    <a:extraClrScheme>
      <a:clrScheme name="Capsules 3">
        <a:dk1>
          <a:srgbClr val="006699"/>
        </a:dk1>
        <a:lt1>
          <a:srgbClr val="FFFFFF"/>
        </a:lt1>
        <a:dk2>
          <a:srgbClr val="6699FF"/>
        </a:dk2>
        <a:lt2>
          <a:srgbClr val="FFFFFF"/>
        </a:lt2>
        <a:accent1>
          <a:srgbClr val="33CCCC"/>
        </a:accent1>
        <a:accent2>
          <a:srgbClr val="006699"/>
        </a:accent2>
        <a:accent3>
          <a:srgbClr val="B8CAFF"/>
        </a:accent3>
        <a:accent4>
          <a:srgbClr val="DADADA"/>
        </a:accent4>
        <a:accent5>
          <a:srgbClr val="ADE2E2"/>
        </a:accent5>
        <a:accent6>
          <a:srgbClr val="005C8A"/>
        </a:accent6>
        <a:hlink>
          <a:srgbClr val="99CC00"/>
        </a:hlink>
        <a:folHlink>
          <a:srgbClr val="FFFFCC"/>
        </a:folHlink>
      </a:clrScheme>
      <a:clrMap bg1="dk2" tx1="lt1" bg2="dk1" tx2="lt2" accent1="accent1" accent2="accent2" accent3="accent3" accent4="accent4" accent5="accent5" accent6="accent6" hlink="hlink" folHlink="folHlink"/>
    </a:extraClrScheme>
    <a:extraClrScheme>
      <a:clrScheme name="Capsules 4">
        <a:dk1>
          <a:srgbClr val="000000"/>
        </a:dk1>
        <a:lt1>
          <a:srgbClr val="FFFFFF"/>
        </a:lt1>
        <a:dk2>
          <a:srgbClr val="9900CC"/>
        </a:dk2>
        <a:lt2>
          <a:srgbClr val="006600"/>
        </a:lt2>
        <a:accent1>
          <a:srgbClr val="33CC33"/>
        </a:accent1>
        <a:accent2>
          <a:srgbClr val="FFCC66"/>
        </a:accent2>
        <a:accent3>
          <a:srgbClr val="FFFFFF"/>
        </a:accent3>
        <a:accent4>
          <a:srgbClr val="000000"/>
        </a:accent4>
        <a:accent5>
          <a:srgbClr val="ADE2AD"/>
        </a:accent5>
        <a:accent6>
          <a:srgbClr val="E7B95C"/>
        </a:accent6>
        <a:hlink>
          <a:srgbClr val="0033CC"/>
        </a:hlink>
        <a:folHlink>
          <a:srgbClr val="CC0066"/>
        </a:folHlink>
      </a:clrScheme>
      <a:clrMap bg1="lt1" tx1="dk1" bg2="lt2" tx2="dk2" accent1="accent1" accent2="accent2" accent3="accent3" accent4="accent4" accent5="accent5" accent6="accent6" hlink="hlink" folHlink="folHlink"/>
    </a:extraClrScheme>
    <a:extraClrScheme>
      <a:clrScheme name="Capsules 5">
        <a:dk1>
          <a:srgbClr val="000066"/>
        </a:dk1>
        <a:lt1>
          <a:srgbClr val="FFFFFF"/>
        </a:lt1>
        <a:dk2>
          <a:srgbClr val="336699"/>
        </a:dk2>
        <a:lt2>
          <a:srgbClr val="FFFFEB"/>
        </a:lt2>
        <a:accent1>
          <a:srgbClr val="99CCFF"/>
        </a:accent1>
        <a:accent2>
          <a:srgbClr val="9999FF"/>
        </a:accent2>
        <a:accent3>
          <a:srgbClr val="ADB8CA"/>
        </a:accent3>
        <a:accent4>
          <a:srgbClr val="DADADA"/>
        </a:accent4>
        <a:accent5>
          <a:srgbClr val="CAE2FF"/>
        </a:accent5>
        <a:accent6>
          <a:srgbClr val="8A8AE7"/>
        </a:accent6>
        <a:hlink>
          <a:srgbClr val="CCCCFF"/>
        </a:hlink>
        <a:folHlink>
          <a:srgbClr val="C68DFF"/>
        </a:folHlink>
      </a:clrScheme>
      <a:clrMap bg1="dk2" tx1="lt1" bg2="dk1" tx2="lt2" accent1="accent1" accent2="accent2" accent3="accent3" accent4="accent4" accent5="accent5" accent6="accent6" hlink="hlink" folHlink="folHlink"/>
    </a:extraClrScheme>
    <a:extraClrScheme>
      <a:clrScheme name="Capsules 6">
        <a:dk1>
          <a:srgbClr val="808000"/>
        </a:dk1>
        <a:lt1>
          <a:srgbClr val="FFFFFF"/>
        </a:lt1>
        <a:dk2>
          <a:srgbClr val="006666"/>
        </a:dk2>
        <a:lt2>
          <a:srgbClr val="FFFFFF"/>
        </a:lt2>
        <a:accent1>
          <a:srgbClr val="FFCC66"/>
        </a:accent1>
        <a:accent2>
          <a:srgbClr val="00ACA8"/>
        </a:accent2>
        <a:accent3>
          <a:srgbClr val="AAB8B8"/>
        </a:accent3>
        <a:accent4>
          <a:srgbClr val="DADADA"/>
        </a:accent4>
        <a:accent5>
          <a:srgbClr val="FFE2B8"/>
        </a:accent5>
        <a:accent6>
          <a:srgbClr val="009B98"/>
        </a:accent6>
        <a:hlink>
          <a:srgbClr val="CCCC00"/>
        </a:hlink>
        <a:folHlink>
          <a:srgbClr val="33CCCC"/>
        </a:folHlink>
      </a:clrScheme>
      <a:clrMap bg1="dk2" tx1="lt1" bg2="dk1" tx2="lt2" accent1="accent1" accent2="accent2" accent3="accent3" accent4="accent4" accent5="accent5" accent6="accent6" hlink="hlink" folHlink="folHlink"/>
    </a:extraClrScheme>
    <a:extraClrScheme>
      <a:clrScheme name="Capsules 7">
        <a:dk1>
          <a:srgbClr val="FFFFCC"/>
        </a:dk1>
        <a:lt1>
          <a:srgbClr val="FFFFFF"/>
        </a:lt1>
        <a:dk2>
          <a:srgbClr val="660033"/>
        </a:dk2>
        <a:lt2>
          <a:srgbClr val="FFFFFF"/>
        </a:lt2>
        <a:accent1>
          <a:srgbClr val="FF9900"/>
        </a:accent1>
        <a:accent2>
          <a:srgbClr val="CC3300"/>
        </a:accent2>
        <a:accent3>
          <a:srgbClr val="B8AAAD"/>
        </a:accent3>
        <a:accent4>
          <a:srgbClr val="DADADA"/>
        </a:accent4>
        <a:accent5>
          <a:srgbClr val="FFCAAA"/>
        </a:accent5>
        <a:accent6>
          <a:srgbClr val="B92D00"/>
        </a:accent6>
        <a:hlink>
          <a:srgbClr val="FFCC00"/>
        </a:hlink>
        <a:folHlink>
          <a:srgbClr val="FFCC99"/>
        </a:folHlink>
      </a:clrScheme>
      <a:clrMap bg1="dk2" tx1="lt1" bg2="dk1" tx2="lt2" accent1="accent1" accent2="accent2" accent3="accent3" accent4="accent4" accent5="accent5" accent6="accent6" hlink="hlink" folHlink="folHlink"/>
    </a:extraClrScheme>
    <a:extraClrScheme>
      <a:clrScheme name="Capsules 8">
        <a:dk1>
          <a:srgbClr val="FF0000"/>
        </a:dk1>
        <a:lt1>
          <a:srgbClr val="FFFFFF"/>
        </a:lt1>
        <a:dk2>
          <a:srgbClr val="000000"/>
        </a:dk2>
        <a:lt2>
          <a:srgbClr val="FFFFFF"/>
        </a:lt2>
        <a:accent1>
          <a:srgbClr val="FFCC00"/>
        </a:accent1>
        <a:accent2>
          <a:srgbClr val="CC3300"/>
        </a:accent2>
        <a:accent3>
          <a:srgbClr val="AAAAAA"/>
        </a:accent3>
        <a:accent4>
          <a:srgbClr val="DADADA"/>
        </a:accent4>
        <a:accent5>
          <a:srgbClr val="FFE2AA"/>
        </a:accent5>
        <a:accent6>
          <a:srgbClr val="B92D00"/>
        </a:accent6>
        <a:hlink>
          <a:srgbClr val="FF6600"/>
        </a:hlink>
        <a:folHlink>
          <a:srgbClr val="FF7C8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dt249 hdp" id="{B2D366DE-A7C3-47B7-8728-22E4F28179ED}" vid="{FC4E48D8-D856-40E5-A18A-0681BF84032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dt249 hdp</Template>
  <TotalTime>462</TotalTime>
  <Words>2976</Words>
  <Application>Microsoft Office PowerPoint</Application>
  <PresentationFormat>On-screen Show (4:3)</PresentationFormat>
  <Paragraphs>216</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Times New Roman</vt:lpstr>
      <vt:lpstr>Wingdings</vt:lpstr>
      <vt:lpstr>dt249 hdp</vt:lpstr>
      <vt:lpstr>Sign &amp; Spell VR Irish Sign Language Learning in Virtual Reality</vt:lpstr>
      <vt:lpstr>Project</vt:lpstr>
      <vt:lpstr>Background</vt:lpstr>
      <vt:lpstr>Methodology</vt:lpstr>
      <vt:lpstr>Technologies</vt:lpstr>
      <vt:lpstr>System Requirements</vt:lpstr>
      <vt:lpstr>Technical Architecture</vt:lpstr>
      <vt:lpstr>Front End Design</vt:lpstr>
      <vt:lpstr>Middle Tier Design</vt:lpstr>
      <vt:lpstr>Back End Design</vt:lpstr>
      <vt:lpstr>DEMO HERE</vt:lpstr>
      <vt:lpstr>Evaluation Criteria</vt:lpstr>
      <vt:lpstr>Future Work</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&lt;Project Title&gt;</dc:title>
  <dc:creator>Ciaran Kelly</dc:creator>
  <cp:lastModifiedBy>C22386123 Karl Negrillo</cp:lastModifiedBy>
  <cp:revision>33</cp:revision>
  <dcterms:created xsi:type="dcterms:W3CDTF">2006-08-16T00:00:00Z</dcterms:created>
  <dcterms:modified xsi:type="dcterms:W3CDTF">2025-12-02T22:04:30Z</dcterms:modified>
</cp:coreProperties>
</file>